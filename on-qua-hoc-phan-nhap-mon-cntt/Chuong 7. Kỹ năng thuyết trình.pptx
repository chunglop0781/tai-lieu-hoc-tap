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9144000"/>
  <p:notesSz cx="6735750" cy="98663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37" roundtripDataSignature="AMtx7miDtTYxZts8QSBX/pdvYSlzwXXI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customXml" Target="../customXml/item2.xml"/><Relationship Id="rId21" Type="http://schemas.openxmlformats.org/officeDocument/2006/relationships/slide" Target="slides/slide16.xml"/><Relationship Id="rId34" Type="http://schemas.openxmlformats.org/officeDocument/2006/relationships/slide" Target="slides/slide29.xml"/><Relationship Id="rId25" Type="http://schemas.openxmlformats.org/officeDocument/2006/relationships/slide" Target="slides/slide20.xml"/><Relationship Id="rId7" Type="http://schemas.openxmlformats.org/officeDocument/2006/relationships/slide" Target="slides/slide2.xml"/><Relationship Id="rId33" Type="http://schemas.openxmlformats.org/officeDocument/2006/relationships/slide" Target="slides/slide28.xml"/><Relationship Id="rId12" Type="http://schemas.openxmlformats.org/officeDocument/2006/relationships/slide" Target="slides/slide7.xml"/><Relationship Id="rId17" Type="http://schemas.openxmlformats.org/officeDocument/2006/relationships/slide" Target="slides/slide12.xml"/><Relationship Id="rId38" Type="http://schemas.openxmlformats.org/officeDocument/2006/relationships/customXml" Target="../customXml/item1.xml"/><Relationship Id="rId20" Type="http://schemas.openxmlformats.org/officeDocument/2006/relationships/slide" Target="slides/slide15.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24" Type="http://schemas.openxmlformats.org/officeDocument/2006/relationships/slide" Target="slides/slide19.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slide" Target="slides/slide27.xml"/><Relationship Id="rId37" Type="http://customschemas.google.com/relationships/presentationmetadata" Target="metadata"/><Relationship Id="rId40" Type="http://schemas.openxmlformats.org/officeDocument/2006/relationships/customXml" Target="../customXml/item3.xml"/><Relationship Id="rId23" Type="http://schemas.openxmlformats.org/officeDocument/2006/relationships/slide" Target="slides/slide18.xml"/><Relationship Id="rId28" Type="http://schemas.openxmlformats.org/officeDocument/2006/relationships/slide" Target="slides/slide23.xml"/><Relationship Id="rId5"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slide" Target="slides/slide31.xml"/><Relationship Id="rId31" Type="http://schemas.openxmlformats.org/officeDocument/2006/relationships/slide" Target="slides/slide26.xml"/><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14" Type="http://schemas.openxmlformats.org/officeDocument/2006/relationships/slide" Target="slides/slide9.xml"/><Relationship Id="rId8" Type="http://schemas.openxmlformats.org/officeDocument/2006/relationships/slide" Target="slides/slide3.xml"/><Relationship Id="rId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19413" cy="493713"/>
          </a:xfrm>
          <a:prstGeom prst="rect">
            <a:avLst/>
          </a:prstGeom>
          <a:noFill/>
          <a:ln>
            <a:noFill/>
          </a:ln>
        </p:spPr>
        <p:txBody>
          <a:bodyPr anchorCtr="0" anchor="t" bIns="45375" lIns="90750" spcFirstLastPara="1" rIns="90750" wrap="square" tIns="453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14763" y="0"/>
            <a:ext cx="2919412" cy="493713"/>
          </a:xfrm>
          <a:prstGeom prst="rect">
            <a:avLst/>
          </a:prstGeom>
          <a:noFill/>
          <a:ln>
            <a:noFill/>
          </a:ln>
        </p:spPr>
        <p:txBody>
          <a:bodyPr anchorCtr="0" anchor="t" bIns="45375" lIns="90750" spcFirstLastPara="1" rIns="90750" wrap="square" tIns="453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371013"/>
            <a:ext cx="2919413" cy="493712"/>
          </a:xfrm>
          <a:prstGeom prst="rect">
            <a:avLst/>
          </a:prstGeom>
          <a:noFill/>
          <a:ln>
            <a:noFill/>
          </a:ln>
        </p:spPr>
        <p:txBody>
          <a:bodyPr anchorCtr="0" anchor="b" bIns="45375" lIns="90750" spcFirstLastPara="1" rIns="90750" wrap="square" tIns="453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14763" y="9371013"/>
            <a:ext cx="2919412" cy="493712"/>
          </a:xfrm>
          <a:prstGeom prst="rect">
            <a:avLst/>
          </a:prstGeom>
          <a:noFill/>
          <a:ln>
            <a:noFill/>
          </a:ln>
        </p:spPr>
        <p:txBody>
          <a:bodyPr anchorCtr="0" anchor="b" bIns="45375" lIns="90750" spcFirstLastPara="1" rIns="90750" wrap="square" tIns="453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87" name="Google Shape;87;p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95" name="Google Shape;95;p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2: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02" name="Google Shape;102;p3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3: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09" name="Google Shape;109;p3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4: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16" name="Google Shape;116;p3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5: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23" name="Google Shape;123;p3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6: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30" name="Google Shape;130;p3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7: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45" name="Google Shape;145;p3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8: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52" name="Google Shape;152;p3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9: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59" name="Google Shape;159;p3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0: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66" name="Google Shape;166;p4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1: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73" name="Google Shape;173;p4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2: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80" name="Google Shape;180;p4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3: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87" name="Google Shape;187;p4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44: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194" name="Google Shape;194;p4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45: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01" name="Google Shape;201;p4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6: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08" name="Google Shape;208;p4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47: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15" name="Google Shape;215;p4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48: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22" name="Google Shape;222;p4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49: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29" name="Google Shape;229;p4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50: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36" name="Google Shape;236;p5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51: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43" name="Google Shape;243;p5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52: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50" name="Google Shape;250;p5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53: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57" name="Google Shape;257;p5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54: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64" name="Google Shape;264;p5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55: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71" name="Google Shape;271;p5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56: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78" name="Google Shape;278;p5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57: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85" name="Google Shape;285;p5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58: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92" name="Google Shape;292;p5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59: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299" name="Google Shape;299;p5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60:notes"/>
          <p:cNvSpPr txBox="1"/>
          <p:nvPr>
            <p:ph idx="1" type="body"/>
          </p:nvPr>
        </p:nvSpPr>
        <p:spPr>
          <a:xfrm>
            <a:off x="673100" y="4686300"/>
            <a:ext cx="5389563" cy="4440238"/>
          </a:xfrm>
          <a:prstGeom prst="rect">
            <a:avLst/>
          </a:prstGeom>
          <a:noFill/>
          <a:ln>
            <a:noFill/>
          </a:ln>
        </p:spPr>
        <p:txBody>
          <a:bodyPr anchorCtr="0" anchor="t" bIns="45375" lIns="90750" spcFirstLastPara="1" rIns="90750" wrap="square" tIns="45375">
            <a:noAutofit/>
          </a:bodyPr>
          <a:lstStyle/>
          <a:p>
            <a:pPr indent="0" lvl="0" marL="0" rtl="0" algn="l">
              <a:lnSpc>
                <a:spcPct val="100000"/>
              </a:lnSpc>
              <a:spcBef>
                <a:spcPts val="360"/>
              </a:spcBef>
              <a:spcAft>
                <a:spcPts val="0"/>
              </a:spcAft>
              <a:buSzPts val="1400"/>
              <a:buNone/>
            </a:pPr>
            <a:r>
              <a:t/>
            </a:r>
            <a:endParaRPr/>
          </a:p>
        </p:txBody>
      </p:sp>
      <p:sp>
        <p:nvSpPr>
          <p:cNvPr id="306" name="Google Shape;306;p6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63"/>
          <p:cNvSpPr txBox="1"/>
          <p:nvPr>
            <p:ph type="title"/>
          </p:nvPr>
        </p:nvSpPr>
        <p:spPr>
          <a:xfrm>
            <a:off x="457200" y="76200"/>
            <a:ext cx="7467600" cy="990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3000">
                <a:solidFill>
                  <a:srgbClr val="FFFF00"/>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 name="Google Shape;21;p63"/>
          <p:cNvSpPr txBox="1"/>
          <p:nvPr>
            <p:ph idx="1" type="body"/>
          </p:nvPr>
        </p:nvSpPr>
        <p:spPr>
          <a:xfrm>
            <a:off x="457200" y="1323105"/>
            <a:ext cx="8229600" cy="4678363"/>
          </a:xfrm>
          <a:prstGeom prst="rect">
            <a:avLst/>
          </a:prstGeom>
          <a:noFill/>
          <a:ln>
            <a:noFill/>
          </a:ln>
        </p:spPr>
        <p:txBody>
          <a:bodyPr anchorCtr="0" anchor="t" bIns="45700" lIns="91425" spcFirstLastPara="1" rIns="91425" wrap="square" tIns="45700">
            <a:noAutofit/>
          </a:bodyPr>
          <a:lstStyle>
            <a:lvl1pPr indent="-393700" lvl="0" marL="457200" algn="l">
              <a:lnSpc>
                <a:spcPct val="100000"/>
              </a:lnSpc>
              <a:spcBef>
                <a:spcPts val="100"/>
              </a:spcBef>
              <a:spcAft>
                <a:spcPts val="0"/>
              </a:spcAft>
              <a:buClr>
                <a:srgbClr val="0C0C0C"/>
              </a:buClr>
              <a:buSzPts val="2600"/>
              <a:buFont typeface="Noto Sans Symbols"/>
              <a:buChar char="❑"/>
              <a:defRPr b="1" sz="2600">
                <a:solidFill>
                  <a:srgbClr val="0C0C0C"/>
                </a:solidFill>
                <a:latin typeface="Arial"/>
                <a:ea typeface="Arial"/>
                <a:cs typeface="Arial"/>
                <a:sym typeface="Arial"/>
              </a:defRPr>
            </a:lvl1pPr>
            <a:lvl2pPr indent="-381000" lvl="1" marL="914400" algn="l">
              <a:lnSpc>
                <a:spcPct val="100000"/>
              </a:lnSpc>
              <a:spcBef>
                <a:spcPts val="300"/>
              </a:spcBef>
              <a:spcAft>
                <a:spcPts val="0"/>
              </a:spcAft>
              <a:buClr>
                <a:schemeClr val="dk1"/>
              </a:buClr>
              <a:buSzPts val="2400"/>
              <a:buChar char="–"/>
              <a:defRPr sz="2400">
                <a:solidFill>
                  <a:schemeClr val="dk1"/>
                </a:solidFill>
              </a:defRPr>
            </a:lvl2pPr>
            <a:lvl3pPr indent="-381000" lvl="2" marL="1371600" algn="l">
              <a:lnSpc>
                <a:spcPct val="100000"/>
              </a:lnSpc>
              <a:spcBef>
                <a:spcPts val="300"/>
              </a:spcBef>
              <a:spcAft>
                <a:spcPts val="0"/>
              </a:spcAft>
              <a:buClr>
                <a:schemeClr val="dk1"/>
              </a:buClr>
              <a:buSzPts val="2400"/>
              <a:buChar char="•"/>
              <a:defRPr sz="2400">
                <a:solidFill>
                  <a:schemeClr val="dk1"/>
                </a:solidFill>
              </a:defRPr>
            </a:lvl3pPr>
            <a:lvl4pPr indent="-381000" lvl="3" marL="1828800" algn="l">
              <a:lnSpc>
                <a:spcPct val="100000"/>
              </a:lnSpc>
              <a:spcBef>
                <a:spcPts val="300"/>
              </a:spcBef>
              <a:spcAft>
                <a:spcPts val="0"/>
              </a:spcAft>
              <a:buClr>
                <a:schemeClr val="dk1"/>
              </a:buClr>
              <a:buSzPts val="2400"/>
              <a:buChar char="–"/>
              <a:defRPr sz="2400">
                <a:solidFill>
                  <a:schemeClr val="dk1"/>
                </a:solidFill>
              </a:defRPr>
            </a:lvl4pPr>
            <a:lvl5pPr indent="-355600" lvl="4" marL="2286000" algn="l">
              <a:lnSpc>
                <a:spcPct val="100000"/>
              </a:lnSpc>
              <a:spcBef>
                <a:spcPts val="300"/>
              </a:spcBef>
              <a:spcAft>
                <a:spcPts val="0"/>
              </a:spcAft>
              <a:buClr>
                <a:schemeClr val="dk1"/>
              </a:buClr>
              <a:buSzPts val="2000"/>
              <a:buChar char="»"/>
              <a:defRPr sz="2000">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6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002060"/>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 name="Google Shape;27;p6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100"/>
              </a:spcBef>
              <a:spcAft>
                <a:spcPts val="0"/>
              </a:spcAft>
              <a:buClr>
                <a:srgbClr val="888888"/>
              </a:buClr>
              <a:buSzPts val="2800"/>
              <a:buNone/>
              <a:defRPr>
                <a:solidFill>
                  <a:srgbClr val="888888"/>
                </a:solidFill>
              </a:defRPr>
            </a:lvl1pPr>
            <a:lvl2pPr lvl="1" algn="ctr">
              <a:lnSpc>
                <a:spcPct val="100000"/>
              </a:lnSpc>
              <a:spcBef>
                <a:spcPts val="300"/>
              </a:spcBef>
              <a:spcAft>
                <a:spcPts val="0"/>
              </a:spcAft>
              <a:buClr>
                <a:srgbClr val="888888"/>
              </a:buClr>
              <a:buSzPts val="2400"/>
              <a:buNone/>
              <a:defRPr>
                <a:solidFill>
                  <a:srgbClr val="888888"/>
                </a:solidFill>
              </a:defRPr>
            </a:lvl2pPr>
            <a:lvl3pPr lvl="2" algn="ctr">
              <a:lnSpc>
                <a:spcPct val="100000"/>
              </a:lnSpc>
              <a:spcBef>
                <a:spcPts val="300"/>
              </a:spcBef>
              <a:spcAft>
                <a:spcPts val="0"/>
              </a:spcAft>
              <a:buClr>
                <a:srgbClr val="888888"/>
              </a:buClr>
              <a:buSzPts val="2000"/>
              <a:buNone/>
              <a:defRPr>
                <a:solidFill>
                  <a:srgbClr val="888888"/>
                </a:solidFill>
              </a:defRPr>
            </a:lvl3pPr>
            <a:lvl4pPr lvl="3" algn="ctr">
              <a:lnSpc>
                <a:spcPct val="100000"/>
              </a:lnSpc>
              <a:spcBef>
                <a:spcPts val="300"/>
              </a:spcBef>
              <a:spcAft>
                <a:spcPts val="0"/>
              </a:spcAft>
              <a:buClr>
                <a:srgbClr val="888888"/>
              </a:buClr>
              <a:buSzPts val="2000"/>
              <a:buNone/>
              <a:defRPr>
                <a:solidFill>
                  <a:srgbClr val="888888"/>
                </a:solidFill>
              </a:defRPr>
            </a:lvl4pPr>
            <a:lvl5pPr lvl="4" algn="ctr">
              <a:lnSpc>
                <a:spcPct val="100000"/>
              </a:lnSpc>
              <a:spcBef>
                <a:spcPts val="3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8" name="Google Shape;28;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pic>
        <p:nvPicPr>
          <p:cNvPr id="32" name="Google Shape;32;p65"/>
          <p:cNvPicPr preferRelativeResize="0"/>
          <p:nvPr/>
        </p:nvPicPr>
        <p:blipFill rotWithShape="1">
          <a:blip r:embed="rId2">
            <a:alphaModFix/>
          </a:blip>
          <a:srcRect b="8860" l="0" r="0" t="8081"/>
          <a:stretch/>
        </p:blipFill>
        <p:spPr>
          <a:xfrm>
            <a:off x="0" y="1131888"/>
            <a:ext cx="9144000" cy="5370512"/>
          </a:xfrm>
          <a:prstGeom prst="rect">
            <a:avLst/>
          </a:prstGeom>
          <a:noFill/>
          <a:ln>
            <a:noFill/>
          </a:ln>
        </p:spPr>
      </p:pic>
      <p:sp>
        <p:nvSpPr>
          <p:cNvPr id="33" name="Google Shape;33;p65"/>
          <p:cNvSpPr txBox="1"/>
          <p:nvPr>
            <p:ph type="title"/>
          </p:nvPr>
        </p:nvSpPr>
        <p:spPr>
          <a:xfrm>
            <a:off x="0" y="2057400"/>
            <a:ext cx="9144000" cy="2057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4000" cap="none">
                <a:solidFill>
                  <a:srgbClr val="FF0000"/>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 name="Google Shape;34;p65"/>
          <p:cNvSpPr txBox="1"/>
          <p:nvPr>
            <p:ph idx="1" type="body"/>
          </p:nvPr>
        </p:nvSpPr>
        <p:spPr>
          <a:xfrm>
            <a:off x="457200" y="76200"/>
            <a:ext cx="7239000" cy="9906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
              </a:spcBef>
              <a:spcAft>
                <a:spcPts val="0"/>
              </a:spcAft>
              <a:buClr>
                <a:srgbClr val="FFFF00"/>
              </a:buClr>
              <a:buSzPts val="3000"/>
              <a:buNone/>
              <a:defRPr sz="3000">
                <a:solidFill>
                  <a:srgbClr val="FFFF00"/>
                </a:solidFill>
                <a:latin typeface="Arial"/>
                <a:ea typeface="Arial"/>
                <a:cs typeface="Arial"/>
                <a:sym typeface="Arial"/>
              </a:defRPr>
            </a:lvl1pPr>
            <a:lvl2pPr indent="-228600" lvl="1" marL="914400" algn="l">
              <a:lnSpc>
                <a:spcPct val="100000"/>
              </a:lnSpc>
              <a:spcBef>
                <a:spcPts val="300"/>
              </a:spcBef>
              <a:spcAft>
                <a:spcPts val="0"/>
              </a:spcAft>
              <a:buClr>
                <a:srgbClr val="888888"/>
              </a:buClr>
              <a:buSzPts val="1800"/>
              <a:buNone/>
              <a:defRPr sz="1800">
                <a:solidFill>
                  <a:srgbClr val="888888"/>
                </a:solidFill>
              </a:defRPr>
            </a:lvl2pPr>
            <a:lvl3pPr indent="-228600" lvl="2" marL="1371600" algn="l">
              <a:lnSpc>
                <a:spcPct val="100000"/>
              </a:lnSpc>
              <a:spcBef>
                <a:spcPts val="300"/>
              </a:spcBef>
              <a:spcAft>
                <a:spcPts val="0"/>
              </a:spcAft>
              <a:buClr>
                <a:srgbClr val="888888"/>
              </a:buClr>
              <a:buSzPts val="1600"/>
              <a:buNone/>
              <a:defRPr sz="1600">
                <a:solidFill>
                  <a:srgbClr val="888888"/>
                </a:solidFill>
              </a:defRPr>
            </a:lvl3pPr>
            <a:lvl4pPr indent="-228600" lvl="3" marL="1828800" algn="l">
              <a:lnSpc>
                <a:spcPct val="100000"/>
              </a:lnSpc>
              <a:spcBef>
                <a:spcPts val="300"/>
              </a:spcBef>
              <a:spcAft>
                <a:spcPts val="0"/>
              </a:spcAft>
              <a:buClr>
                <a:srgbClr val="888888"/>
              </a:buClr>
              <a:buSzPts val="1400"/>
              <a:buNone/>
              <a:defRPr sz="1400">
                <a:solidFill>
                  <a:srgbClr val="888888"/>
                </a:solidFill>
              </a:defRPr>
            </a:lvl4pPr>
            <a:lvl5pPr indent="-228600" lvl="4" marL="2286000" algn="l">
              <a:lnSpc>
                <a:spcPct val="100000"/>
              </a:lnSpc>
              <a:spcBef>
                <a:spcPts val="300"/>
              </a:spcBef>
              <a:spcAft>
                <a:spcPts val="0"/>
              </a:spcAft>
              <a:buClr>
                <a:srgbClr val="888888"/>
              </a:buClr>
              <a:buSzPts val="1400"/>
              <a:buNone/>
              <a:defRPr sz="1400">
                <a:solidFill>
                  <a:srgbClr val="888888"/>
                </a:solidFill>
              </a:defRPr>
            </a:lvl5pPr>
            <a:lvl6pPr indent="-228600" lvl="5" marL="2743200" algn="l">
              <a:lnSpc>
                <a:spcPct val="100000"/>
              </a:lnSpc>
              <a:spcBef>
                <a:spcPts val="30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5" name="Google Shape;3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66"/>
          <p:cNvSpPr txBox="1"/>
          <p:nvPr>
            <p:ph type="title"/>
          </p:nvPr>
        </p:nvSpPr>
        <p:spPr>
          <a:xfrm>
            <a:off x="457200" y="152400"/>
            <a:ext cx="7467600" cy="914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 name="Google Shape;40;p6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93700" lvl="0" marL="457200" algn="l">
              <a:lnSpc>
                <a:spcPct val="100000"/>
              </a:lnSpc>
              <a:spcBef>
                <a:spcPts val="100"/>
              </a:spcBef>
              <a:spcAft>
                <a:spcPts val="0"/>
              </a:spcAft>
              <a:buClr>
                <a:schemeClr val="dk1"/>
              </a:buClr>
              <a:buSzPts val="2600"/>
              <a:buChar char="•"/>
              <a:defRPr sz="2600">
                <a:solidFill>
                  <a:schemeClr val="dk1"/>
                </a:solidFill>
              </a:defRPr>
            </a:lvl1pPr>
            <a:lvl2pPr indent="-381000" lvl="1" marL="914400" algn="l">
              <a:lnSpc>
                <a:spcPct val="100000"/>
              </a:lnSpc>
              <a:spcBef>
                <a:spcPts val="300"/>
              </a:spcBef>
              <a:spcAft>
                <a:spcPts val="0"/>
              </a:spcAft>
              <a:buClr>
                <a:schemeClr val="dk1"/>
              </a:buClr>
              <a:buSzPts val="2400"/>
              <a:buChar char="–"/>
              <a:defRPr sz="2400">
                <a:solidFill>
                  <a:schemeClr val="dk1"/>
                </a:solidFill>
              </a:defRPr>
            </a:lvl2pPr>
            <a:lvl3pPr indent="-355600" lvl="2" marL="1371600" algn="l">
              <a:lnSpc>
                <a:spcPct val="100000"/>
              </a:lnSpc>
              <a:spcBef>
                <a:spcPts val="300"/>
              </a:spcBef>
              <a:spcAft>
                <a:spcPts val="0"/>
              </a:spcAft>
              <a:buClr>
                <a:schemeClr val="dk1"/>
              </a:buClr>
              <a:buSzPts val="2000"/>
              <a:buChar char="•"/>
              <a:defRPr sz="2000">
                <a:solidFill>
                  <a:schemeClr val="dk1"/>
                </a:solidFill>
              </a:defRPr>
            </a:lvl3pPr>
            <a:lvl4pPr indent="-342900" lvl="3" marL="1828800" algn="l">
              <a:lnSpc>
                <a:spcPct val="100000"/>
              </a:lnSpc>
              <a:spcBef>
                <a:spcPts val="300"/>
              </a:spcBef>
              <a:spcAft>
                <a:spcPts val="0"/>
              </a:spcAft>
              <a:buClr>
                <a:schemeClr val="dk1"/>
              </a:buClr>
              <a:buSzPts val="1800"/>
              <a:buChar char="–"/>
              <a:defRPr sz="1800">
                <a:solidFill>
                  <a:schemeClr val="dk1"/>
                </a:solidFill>
              </a:defRPr>
            </a:lvl4pPr>
            <a:lvl5pPr indent="-342900" lvl="4" marL="2286000" algn="l">
              <a:lnSpc>
                <a:spcPct val="100000"/>
              </a:lnSpc>
              <a:spcBef>
                <a:spcPts val="300"/>
              </a:spcBef>
              <a:spcAft>
                <a:spcPts val="0"/>
              </a:spcAft>
              <a:buClr>
                <a:schemeClr val="dk1"/>
              </a:buClr>
              <a:buSzPts val="1800"/>
              <a:buChar char="»"/>
              <a:defRPr sz="1800">
                <a:solidFill>
                  <a:schemeClr val="dk1"/>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93700" lvl="0" marL="457200" algn="l">
              <a:lnSpc>
                <a:spcPct val="100000"/>
              </a:lnSpc>
              <a:spcBef>
                <a:spcPts val="100"/>
              </a:spcBef>
              <a:spcAft>
                <a:spcPts val="0"/>
              </a:spcAft>
              <a:buClr>
                <a:schemeClr val="dk1"/>
              </a:buClr>
              <a:buSzPts val="2600"/>
              <a:buChar char="•"/>
              <a:defRPr sz="2600">
                <a:solidFill>
                  <a:schemeClr val="dk1"/>
                </a:solidFill>
              </a:defRPr>
            </a:lvl1pPr>
            <a:lvl2pPr indent="-381000" lvl="1" marL="914400" algn="l">
              <a:lnSpc>
                <a:spcPct val="100000"/>
              </a:lnSpc>
              <a:spcBef>
                <a:spcPts val="300"/>
              </a:spcBef>
              <a:spcAft>
                <a:spcPts val="0"/>
              </a:spcAft>
              <a:buClr>
                <a:schemeClr val="dk1"/>
              </a:buClr>
              <a:buSzPts val="2400"/>
              <a:buChar char="–"/>
              <a:defRPr sz="2400">
                <a:solidFill>
                  <a:schemeClr val="dk1"/>
                </a:solidFill>
              </a:defRPr>
            </a:lvl2pPr>
            <a:lvl3pPr indent="-355600" lvl="2" marL="1371600" algn="l">
              <a:lnSpc>
                <a:spcPct val="100000"/>
              </a:lnSpc>
              <a:spcBef>
                <a:spcPts val="300"/>
              </a:spcBef>
              <a:spcAft>
                <a:spcPts val="0"/>
              </a:spcAft>
              <a:buClr>
                <a:schemeClr val="dk1"/>
              </a:buClr>
              <a:buSzPts val="2000"/>
              <a:buChar char="•"/>
              <a:defRPr sz="2000">
                <a:solidFill>
                  <a:schemeClr val="dk1"/>
                </a:solidFill>
              </a:defRPr>
            </a:lvl3pPr>
            <a:lvl4pPr indent="-342900" lvl="3" marL="1828800" algn="l">
              <a:lnSpc>
                <a:spcPct val="100000"/>
              </a:lnSpc>
              <a:spcBef>
                <a:spcPts val="300"/>
              </a:spcBef>
              <a:spcAft>
                <a:spcPts val="0"/>
              </a:spcAft>
              <a:buClr>
                <a:schemeClr val="dk1"/>
              </a:buClr>
              <a:buSzPts val="1800"/>
              <a:buChar char="–"/>
              <a:defRPr sz="1800">
                <a:solidFill>
                  <a:schemeClr val="dk1"/>
                </a:solidFill>
              </a:defRPr>
            </a:lvl4pPr>
            <a:lvl5pPr indent="-342900" lvl="4" marL="2286000" algn="l">
              <a:lnSpc>
                <a:spcPct val="100000"/>
              </a:lnSpc>
              <a:spcBef>
                <a:spcPts val="300"/>
              </a:spcBef>
              <a:spcAft>
                <a:spcPts val="0"/>
              </a:spcAft>
              <a:buClr>
                <a:schemeClr val="dk1"/>
              </a:buClr>
              <a:buSzPts val="1800"/>
              <a:buChar char="»"/>
              <a:defRPr sz="1800">
                <a:solidFill>
                  <a:schemeClr val="dk1"/>
                </a:solidFill>
              </a:defRPr>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2" name="Google Shape;42;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67"/>
          <p:cNvSpPr txBox="1"/>
          <p:nvPr>
            <p:ph type="title"/>
          </p:nvPr>
        </p:nvSpPr>
        <p:spPr>
          <a:xfrm>
            <a:off x="457200" y="152400"/>
            <a:ext cx="7467600" cy="914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 name="Google Shape;47;p6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
              </a:spcBef>
              <a:spcAft>
                <a:spcPts val="0"/>
              </a:spcAft>
              <a:buClr>
                <a:srgbClr val="002060"/>
              </a:buClr>
              <a:buSzPts val="2400"/>
              <a:buNone/>
              <a:defRPr b="1" sz="2400"/>
            </a:lvl1pPr>
            <a:lvl2pPr indent="-228600" lvl="1" marL="914400" algn="l">
              <a:lnSpc>
                <a:spcPct val="100000"/>
              </a:lnSpc>
              <a:spcBef>
                <a:spcPts val="300"/>
              </a:spcBef>
              <a:spcAft>
                <a:spcPts val="0"/>
              </a:spcAft>
              <a:buClr>
                <a:srgbClr val="002060"/>
              </a:buClr>
              <a:buSzPts val="2000"/>
              <a:buNone/>
              <a:defRPr b="1" sz="2000"/>
            </a:lvl2pPr>
            <a:lvl3pPr indent="-228600" lvl="2" marL="1371600" algn="l">
              <a:lnSpc>
                <a:spcPct val="100000"/>
              </a:lnSpc>
              <a:spcBef>
                <a:spcPts val="300"/>
              </a:spcBef>
              <a:spcAft>
                <a:spcPts val="0"/>
              </a:spcAft>
              <a:buClr>
                <a:srgbClr val="002060"/>
              </a:buClr>
              <a:buSzPts val="1800"/>
              <a:buNone/>
              <a:defRPr b="1" sz="1800"/>
            </a:lvl3pPr>
            <a:lvl4pPr indent="-228600" lvl="3" marL="1828800" algn="l">
              <a:lnSpc>
                <a:spcPct val="100000"/>
              </a:lnSpc>
              <a:spcBef>
                <a:spcPts val="300"/>
              </a:spcBef>
              <a:spcAft>
                <a:spcPts val="0"/>
              </a:spcAft>
              <a:buClr>
                <a:srgbClr val="002060"/>
              </a:buClr>
              <a:buSzPts val="1600"/>
              <a:buNone/>
              <a:defRPr b="1" sz="1600"/>
            </a:lvl4pPr>
            <a:lvl5pPr indent="-228600" lvl="4" marL="2286000" algn="l">
              <a:lnSpc>
                <a:spcPct val="100000"/>
              </a:lnSpc>
              <a:spcBef>
                <a:spcPts val="300"/>
              </a:spcBef>
              <a:spcAft>
                <a:spcPts val="0"/>
              </a:spcAft>
              <a:buClr>
                <a:srgbClr val="002060"/>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6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100"/>
              </a:spcBef>
              <a:spcAft>
                <a:spcPts val="0"/>
              </a:spcAft>
              <a:buClr>
                <a:srgbClr val="002060"/>
              </a:buClr>
              <a:buSzPts val="2400"/>
              <a:buChar char="•"/>
              <a:defRPr sz="2400"/>
            </a:lvl1pPr>
            <a:lvl2pPr indent="-355600" lvl="1" marL="914400" algn="l">
              <a:lnSpc>
                <a:spcPct val="100000"/>
              </a:lnSpc>
              <a:spcBef>
                <a:spcPts val="300"/>
              </a:spcBef>
              <a:spcAft>
                <a:spcPts val="0"/>
              </a:spcAft>
              <a:buClr>
                <a:srgbClr val="002060"/>
              </a:buClr>
              <a:buSzPts val="2000"/>
              <a:buChar char="–"/>
              <a:defRPr sz="2000"/>
            </a:lvl2pPr>
            <a:lvl3pPr indent="-342900" lvl="2" marL="1371600" algn="l">
              <a:lnSpc>
                <a:spcPct val="100000"/>
              </a:lnSpc>
              <a:spcBef>
                <a:spcPts val="300"/>
              </a:spcBef>
              <a:spcAft>
                <a:spcPts val="0"/>
              </a:spcAft>
              <a:buClr>
                <a:srgbClr val="002060"/>
              </a:buClr>
              <a:buSzPts val="1800"/>
              <a:buChar char="•"/>
              <a:defRPr sz="1800"/>
            </a:lvl3pPr>
            <a:lvl4pPr indent="-330200" lvl="3" marL="1828800" algn="l">
              <a:lnSpc>
                <a:spcPct val="100000"/>
              </a:lnSpc>
              <a:spcBef>
                <a:spcPts val="300"/>
              </a:spcBef>
              <a:spcAft>
                <a:spcPts val="0"/>
              </a:spcAft>
              <a:buClr>
                <a:srgbClr val="002060"/>
              </a:buClr>
              <a:buSzPts val="1600"/>
              <a:buChar char="–"/>
              <a:defRPr sz="1600"/>
            </a:lvl4pPr>
            <a:lvl5pPr indent="-330200" lvl="4" marL="2286000" algn="l">
              <a:lnSpc>
                <a:spcPct val="100000"/>
              </a:lnSpc>
              <a:spcBef>
                <a:spcPts val="300"/>
              </a:spcBef>
              <a:spcAft>
                <a:spcPts val="0"/>
              </a:spcAft>
              <a:buClr>
                <a:srgbClr val="002060"/>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6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
              </a:spcBef>
              <a:spcAft>
                <a:spcPts val="0"/>
              </a:spcAft>
              <a:buClr>
                <a:srgbClr val="002060"/>
              </a:buClr>
              <a:buSzPts val="2400"/>
              <a:buNone/>
              <a:defRPr b="1" sz="2400"/>
            </a:lvl1pPr>
            <a:lvl2pPr indent="-228600" lvl="1" marL="914400" algn="l">
              <a:lnSpc>
                <a:spcPct val="100000"/>
              </a:lnSpc>
              <a:spcBef>
                <a:spcPts val="300"/>
              </a:spcBef>
              <a:spcAft>
                <a:spcPts val="0"/>
              </a:spcAft>
              <a:buClr>
                <a:srgbClr val="002060"/>
              </a:buClr>
              <a:buSzPts val="2000"/>
              <a:buNone/>
              <a:defRPr b="1" sz="2000"/>
            </a:lvl2pPr>
            <a:lvl3pPr indent="-228600" lvl="2" marL="1371600" algn="l">
              <a:lnSpc>
                <a:spcPct val="100000"/>
              </a:lnSpc>
              <a:spcBef>
                <a:spcPts val="300"/>
              </a:spcBef>
              <a:spcAft>
                <a:spcPts val="0"/>
              </a:spcAft>
              <a:buClr>
                <a:srgbClr val="002060"/>
              </a:buClr>
              <a:buSzPts val="1800"/>
              <a:buNone/>
              <a:defRPr b="1" sz="1800"/>
            </a:lvl3pPr>
            <a:lvl4pPr indent="-228600" lvl="3" marL="1828800" algn="l">
              <a:lnSpc>
                <a:spcPct val="100000"/>
              </a:lnSpc>
              <a:spcBef>
                <a:spcPts val="300"/>
              </a:spcBef>
              <a:spcAft>
                <a:spcPts val="0"/>
              </a:spcAft>
              <a:buClr>
                <a:srgbClr val="002060"/>
              </a:buClr>
              <a:buSzPts val="1600"/>
              <a:buNone/>
              <a:defRPr b="1" sz="1600"/>
            </a:lvl4pPr>
            <a:lvl5pPr indent="-228600" lvl="4" marL="2286000" algn="l">
              <a:lnSpc>
                <a:spcPct val="100000"/>
              </a:lnSpc>
              <a:spcBef>
                <a:spcPts val="300"/>
              </a:spcBef>
              <a:spcAft>
                <a:spcPts val="0"/>
              </a:spcAft>
              <a:buClr>
                <a:srgbClr val="002060"/>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0" name="Google Shape;50;p6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100"/>
              </a:spcBef>
              <a:spcAft>
                <a:spcPts val="0"/>
              </a:spcAft>
              <a:buClr>
                <a:srgbClr val="002060"/>
              </a:buClr>
              <a:buSzPts val="2400"/>
              <a:buChar char="•"/>
              <a:defRPr sz="2400"/>
            </a:lvl1pPr>
            <a:lvl2pPr indent="-355600" lvl="1" marL="914400" algn="l">
              <a:lnSpc>
                <a:spcPct val="100000"/>
              </a:lnSpc>
              <a:spcBef>
                <a:spcPts val="300"/>
              </a:spcBef>
              <a:spcAft>
                <a:spcPts val="0"/>
              </a:spcAft>
              <a:buClr>
                <a:srgbClr val="002060"/>
              </a:buClr>
              <a:buSzPts val="2000"/>
              <a:buChar char="–"/>
              <a:defRPr sz="2000"/>
            </a:lvl2pPr>
            <a:lvl3pPr indent="-342900" lvl="2" marL="1371600" algn="l">
              <a:lnSpc>
                <a:spcPct val="100000"/>
              </a:lnSpc>
              <a:spcBef>
                <a:spcPts val="300"/>
              </a:spcBef>
              <a:spcAft>
                <a:spcPts val="0"/>
              </a:spcAft>
              <a:buClr>
                <a:srgbClr val="002060"/>
              </a:buClr>
              <a:buSzPts val="1800"/>
              <a:buChar char="•"/>
              <a:defRPr sz="1800"/>
            </a:lvl3pPr>
            <a:lvl4pPr indent="-330200" lvl="3" marL="1828800" algn="l">
              <a:lnSpc>
                <a:spcPct val="100000"/>
              </a:lnSpc>
              <a:spcBef>
                <a:spcPts val="300"/>
              </a:spcBef>
              <a:spcAft>
                <a:spcPts val="0"/>
              </a:spcAft>
              <a:buClr>
                <a:srgbClr val="002060"/>
              </a:buClr>
              <a:buSzPts val="1600"/>
              <a:buChar char="–"/>
              <a:defRPr sz="1600"/>
            </a:lvl4pPr>
            <a:lvl5pPr indent="-330200" lvl="4" marL="2286000" algn="l">
              <a:lnSpc>
                <a:spcPct val="100000"/>
              </a:lnSpc>
              <a:spcBef>
                <a:spcPts val="300"/>
              </a:spcBef>
              <a:spcAft>
                <a:spcPts val="0"/>
              </a:spcAft>
              <a:buClr>
                <a:srgbClr val="002060"/>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1" name="Google Shape;51;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68"/>
          <p:cNvSpPr txBox="1"/>
          <p:nvPr>
            <p:ph type="title"/>
          </p:nvPr>
        </p:nvSpPr>
        <p:spPr>
          <a:xfrm>
            <a:off x="457200" y="152400"/>
            <a:ext cx="7467600" cy="914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 name="Google Shape;56;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6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 name="Google Shape;61;p6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100"/>
              </a:spcBef>
              <a:spcAft>
                <a:spcPts val="0"/>
              </a:spcAft>
              <a:buClr>
                <a:srgbClr val="002060"/>
              </a:buClr>
              <a:buSzPts val="3200"/>
              <a:buChar char="•"/>
              <a:defRPr sz="3200"/>
            </a:lvl1pPr>
            <a:lvl2pPr indent="-406400" lvl="1" marL="914400" algn="l">
              <a:lnSpc>
                <a:spcPct val="100000"/>
              </a:lnSpc>
              <a:spcBef>
                <a:spcPts val="300"/>
              </a:spcBef>
              <a:spcAft>
                <a:spcPts val="0"/>
              </a:spcAft>
              <a:buClr>
                <a:srgbClr val="002060"/>
              </a:buClr>
              <a:buSzPts val="2800"/>
              <a:buChar char="–"/>
              <a:defRPr sz="2800"/>
            </a:lvl2pPr>
            <a:lvl3pPr indent="-381000" lvl="2" marL="1371600" algn="l">
              <a:lnSpc>
                <a:spcPct val="100000"/>
              </a:lnSpc>
              <a:spcBef>
                <a:spcPts val="300"/>
              </a:spcBef>
              <a:spcAft>
                <a:spcPts val="0"/>
              </a:spcAft>
              <a:buClr>
                <a:srgbClr val="002060"/>
              </a:buClr>
              <a:buSzPts val="2400"/>
              <a:buChar char="•"/>
              <a:defRPr sz="2400"/>
            </a:lvl3pPr>
            <a:lvl4pPr indent="-355600" lvl="3" marL="1828800" algn="l">
              <a:lnSpc>
                <a:spcPct val="100000"/>
              </a:lnSpc>
              <a:spcBef>
                <a:spcPts val="300"/>
              </a:spcBef>
              <a:spcAft>
                <a:spcPts val="0"/>
              </a:spcAft>
              <a:buClr>
                <a:srgbClr val="002060"/>
              </a:buClr>
              <a:buSzPts val="2000"/>
              <a:buChar char="–"/>
              <a:defRPr sz="2000"/>
            </a:lvl4pPr>
            <a:lvl5pPr indent="-355600" lvl="4" marL="2286000" algn="l">
              <a:lnSpc>
                <a:spcPct val="100000"/>
              </a:lnSpc>
              <a:spcBef>
                <a:spcPts val="300"/>
              </a:spcBef>
              <a:spcAft>
                <a:spcPts val="0"/>
              </a:spcAft>
              <a:buClr>
                <a:srgbClr val="002060"/>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2" name="Google Shape;62;p6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
              </a:spcBef>
              <a:spcAft>
                <a:spcPts val="0"/>
              </a:spcAft>
              <a:buClr>
                <a:srgbClr val="002060"/>
              </a:buClr>
              <a:buSzPts val="1400"/>
              <a:buNone/>
              <a:defRPr sz="1400"/>
            </a:lvl1pPr>
            <a:lvl2pPr indent="-228600" lvl="1" marL="914400" algn="l">
              <a:lnSpc>
                <a:spcPct val="100000"/>
              </a:lnSpc>
              <a:spcBef>
                <a:spcPts val="300"/>
              </a:spcBef>
              <a:spcAft>
                <a:spcPts val="0"/>
              </a:spcAft>
              <a:buClr>
                <a:srgbClr val="002060"/>
              </a:buClr>
              <a:buSzPts val="1200"/>
              <a:buNone/>
              <a:defRPr sz="1200"/>
            </a:lvl2pPr>
            <a:lvl3pPr indent="-228600" lvl="2" marL="1371600" algn="l">
              <a:lnSpc>
                <a:spcPct val="100000"/>
              </a:lnSpc>
              <a:spcBef>
                <a:spcPts val="300"/>
              </a:spcBef>
              <a:spcAft>
                <a:spcPts val="0"/>
              </a:spcAft>
              <a:buClr>
                <a:srgbClr val="002060"/>
              </a:buClr>
              <a:buSzPts val="1000"/>
              <a:buNone/>
              <a:defRPr sz="1000"/>
            </a:lvl3pPr>
            <a:lvl4pPr indent="-228600" lvl="3" marL="1828800" algn="l">
              <a:lnSpc>
                <a:spcPct val="100000"/>
              </a:lnSpc>
              <a:spcBef>
                <a:spcPts val="300"/>
              </a:spcBef>
              <a:spcAft>
                <a:spcPts val="0"/>
              </a:spcAft>
              <a:buClr>
                <a:srgbClr val="002060"/>
              </a:buClr>
              <a:buSzPts val="900"/>
              <a:buNone/>
              <a:defRPr sz="900"/>
            </a:lvl4pPr>
            <a:lvl5pPr indent="-228600" lvl="4" marL="2286000" algn="l">
              <a:lnSpc>
                <a:spcPct val="100000"/>
              </a:lnSpc>
              <a:spcBef>
                <a:spcPts val="300"/>
              </a:spcBef>
              <a:spcAft>
                <a:spcPts val="0"/>
              </a:spcAft>
              <a:buClr>
                <a:srgbClr val="002060"/>
              </a:buClr>
              <a:buSzPts val="900"/>
              <a:buNone/>
              <a:defRPr sz="900"/>
            </a:lvl5pPr>
            <a:lvl6pPr indent="-228600" lvl="5" marL="2743200" algn="l">
              <a:lnSpc>
                <a:spcPct val="100000"/>
              </a:lnSpc>
              <a:spcBef>
                <a:spcPts val="30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3" name="Google Shape;63;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7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 name="Google Shape;68;p70"/>
          <p:cNvSpPr/>
          <p:nvPr>
            <p:ph idx="2" type="pic"/>
          </p:nvPr>
        </p:nvSpPr>
        <p:spPr>
          <a:xfrm>
            <a:off x="1792288" y="612775"/>
            <a:ext cx="5486400" cy="4114800"/>
          </a:xfrm>
          <a:prstGeom prst="rect">
            <a:avLst/>
          </a:prstGeom>
          <a:noFill/>
          <a:ln>
            <a:noFill/>
          </a:ln>
        </p:spPr>
      </p:sp>
      <p:sp>
        <p:nvSpPr>
          <p:cNvPr id="69" name="Google Shape;69;p7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
              </a:spcBef>
              <a:spcAft>
                <a:spcPts val="0"/>
              </a:spcAft>
              <a:buClr>
                <a:srgbClr val="002060"/>
              </a:buClr>
              <a:buSzPts val="1400"/>
              <a:buNone/>
              <a:defRPr sz="1400"/>
            </a:lvl1pPr>
            <a:lvl2pPr indent="-228600" lvl="1" marL="914400" algn="l">
              <a:lnSpc>
                <a:spcPct val="100000"/>
              </a:lnSpc>
              <a:spcBef>
                <a:spcPts val="300"/>
              </a:spcBef>
              <a:spcAft>
                <a:spcPts val="0"/>
              </a:spcAft>
              <a:buClr>
                <a:srgbClr val="002060"/>
              </a:buClr>
              <a:buSzPts val="1200"/>
              <a:buNone/>
              <a:defRPr sz="1200"/>
            </a:lvl2pPr>
            <a:lvl3pPr indent="-228600" lvl="2" marL="1371600" algn="l">
              <a:lnSpc>
                <a:spcPct val="100000"/>
              </a:lnSpc>
              <a:spcBef>
                <a:spcPts val="300"/>
              </a:spcBef>
              <a:spcAft>
                <a:spcPts val="0"/>
              </a:spcAft>
              <a:buClr>
                <a:srgbClr val="002060"/>
              </a:buClr>
              <a:buSzPts val="1000"/>
              <a:buNone/>
              <a:defRPr sz="1000"/>
            </a:lvl3pPr>
            <a:lvl4pPr indent="-228600" lvl="3" marL="1828800" algn="l">
              <a:lnSpc>
                <a:spcPct val="100000"/>
              </a:lnSpc>
              <a:spcBef>
                <a:spcPts val="300"/>
              </a:spcBef>
              <a:spcAft>
                <a:spcPts val="0"/>
              </a:spcAft>
              <a:buClr>
                <a:srgbClr val="002060"/>
              </a:buClr>
              <a:buSzPts val="900"/>
              <a:buNone/>
              <a:defRPr sz="900"/>
            </a:lvl4pPr>
            <a:lvl5pPr indent="-228600" lvl="4" marL="2286000" algn="l">
              <a:lnSpc>
                <a:spcPct val="100000"/>
              </a:lnSpc>
              <a:spcBef>
                <a:spcPts val="300"/>
              </a:spcBef>
              <a:spcAft>
                <a:spcPts val="0"/>
              </a:spcAft>
              <a:buClr>
                <a:srgbClr val="002060"/>
              </a:buClr>
              <a:buSzPts val="900"/>
              <a:buNone/>
              <a:defRPr sz="900"/>
            </a:lvl5pPr>
            <a:lvl6pPr indent="-228600" lvl="5" marL="2743200" algn="l">
              <a:lnSpc>
                <a:spcPct val="100000"/>
              </a:lnSpc>
              <a:spcBef>
                <a:spcPts val="30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0" name="Google Shape;70;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71"/>
          <p:cNvSpPr txBox="1"/>
          <p:nvPr>
            <p:ph type="title"/>
          </p:nvPr>
        </p:nvSpPr>
        <p:spPr>
          <a:xfrm>
            <a:off x="457200" y="152400"/>
            <a:ext cx="7467600" cy="914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 name="Google Shape;75;p71"/>
          <p:cNvSpPr txBox="1"/>
          <p:nvPr>
            <p:ph idx="1" type="body"/>
          </p:nvPr>
        </p:nvSpPr>
        <p:spPr>
          <a:xfrm rot="5400000">
            <a:off x="2194718" y="-365919"/>
            <a:ext cx="47545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00"/>
              </a:spcBef>
              <a:spcAft>
                <a:spcPts val="0"/>
              </a:spcAft>
              <a:buClr>
                <a:srgbClr val="002060"/>
              </a:buClr>
              <a:buSzPts val="1800"/>
              <a:buChar char="•"/>
              <a:defRPr/>
            </a:lvl1pPr>
            <a:lvl2pPr indent="-342900" lvl="1" marL="914400" algn="l">
              <a:lnSpc>
                <a:spcPct val="100000"/>
              </a:lnSpc>
              <a:spcBef>
                <a:spcPts val="300"/>
              </a:spcBef>
              <a:spcAft>
                <a:spcPts val="0"/>
              </a:spcAft>
              <a:buClr>
                <a:srgbClr val="002060"/>
              </a:buClr>
              <a:buSzPts val="1800"/>
              <a:buChar char="–"/>
              <a:defRPr/>
            </a:lvl2pPr>
            <a:lvl3pPr indent="-342900" lvl="2" marL="1371600" algn="l">
              <a:lnSpc>
                <a:spcPct val="100000"/>
              </a:lnSpc>
              <a:spcBef>
                <a:spcPts val="300"/>
              </a:spcBef>
              <a:spcAft>
                <a:spcPts val="0"/>
              </a:spcAft>
              <a:buClr>
                <a:srgbClr val="002060"/>
              </a:buClr>
              <a:buSzPts val="1800"/>
              <a:buChar char="•"/>
              <a:defRPr/>
            </a:lvl3pPr>
            <a:lvl4pPr indent="-342900" lvl="3" marL="1828800" algn="l">
              <a:lnSpc>
                <a:spcPct val="100000"/>
              </a:lnSpc>
              <a:spcBef>
                <a:spcPts val="300"/>
              </a:spcBef>
              <a:spcAft>
                <a:spcPts val="0"/>
              </a:spcAft>
              <a:buClr>
                <a:srgbClr val="002060"/>
              </a:buClr>
              <a:buSzPts val="1800"/>
              <a:buChar char="–"/>
              <a:defRPr/>
            </a:lvl4pPr>
            <a:lvl5pPr indent="-342900" lvl="4" marL="2286000" algn="l">
              <a:lnSpc>
                <a:spcPct val="100000"/>
              </a:lnSpc>
              <a:spcBef>
                <a:spcPts val="300"/>
              </a:spcBef>
              <a:spcAft>
                <a:spcPts val="0"/>
              </a:spcAft>
              <a:buClr>
                <a:srgbClr val="002060"/>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7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 name="Google Shape;81;p7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00"/>
              </a:spcBef>
              <a:spcAft>
                <a:spcPts val="0"/>
              </a:spcAft>
              <a:buClr>
                <a:srgbClr val="002060"/>
              </a:buClr>
              <a:buSzPts val="1800"/>
              <a:buChar char="•"/>
              <a:defRPr/>
            </a:lvl1pPr>
            <a:lvl2pPr indent="-342900" lvl="1" marL="914400" algn="l">
              <a:lnSpc>
                <a:spcPct val="100000"/>
              </a:lnSpc>
              <a:spcBef>
                <a:spcPts val="300"/>
              </a:spcBef>
              <a:spcAft>
                <a:spcPts val="0"/>
              </a:spcAft>
              <a:buClr>
                <a:srgbClr val="002060"/>
              </a:buClr>
              <a:buSzPts val="1800"/>
              <a:buChar char="–"/>
              <a:defRPr/>
            </a:lvl2pPr>
            <a:lvl3pPr indent="-342900" lvl="2" marL="1371600" algn="l">
              <a:lnSpc>
                <a:spcPct val="100000"/>
              </a:lnSpc>
              <a:spcBef>
                <a:spcPts val="300"/>
              </a:spcBef>
              <a:spcAft>
                <a:spcPts val="0"/>
              </a:spcAft>
              <a:buClr>
                <a:srgbClr val="002060"/>
              </a:buClr>
              <a:buSzPts val="1800"/>
              <a:buChar char="•"/>
              <a:defRPr/>
            </a:lvl3pPr>
            <a:lvl4pPr indent="-342900" lvl="3" marL="1828800" algn="l">
              <a:lnSpc>
                <a:spcPct val="100000"/>
              </a:lnSpc>
              <a:spcBef>
                <a:spcPts val="300"/>
              </a:spcBef>
              <a:spcAft>
                <a:spcPts val="0"/>
              </a:spcAft>
              <a:buClr>
                <a:srgbClr val="002060"/>
              </a:buClr>
              <a:buSzPts val="1800"/>
              <a:buChar char="–"/>
              <a:defRPr/>
            </a:lvl4pPr>
            <a:lvl5pPr indent="-342900" lvl="4" marL="2286000" algn="l">
              <a:lnSpc>
                <a:spcPct val="100000"/>
              </a:lnSpc>
              <a:spcBef>
                <a:spcPts val="300"/>
              </a:spcBef>
              <a:spcAft>
                <a:spcPts val="0"/>
              </a:spcAft>
              <a:buClr>
                <a:srgbClr val="002060"/>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2" name="Google Shape;82;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61"/>
          <p:cNvSpPr txBox="1"/>
          <p:nvPr>
            <p:ph type="title"/>
          </p:nvPr>
        </p:nvSpPr>
        <p:spPr>
          <a:xfrm>
            <a:off x="457200" y="152400"/>
            <a:ext cx="7467600" cy="914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600" u="none" cap="none" strike="noStrike">
                <a:solidFill>
                  <a:srgbClr val="FFFF00"/>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1" i="0" sz="3600" u="none" cap="none" strike="noStrike">
                <a:solidFill>
                  <a:srgbClr val="FFFF00"/>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1" i="0" sz="3600" u="none" cap="none" strike="noStrike">
                <a:solidFill>
                  <a:srgbClr val="FFFF00"/>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1" i="0" sz="3600" u="none" cap="none" strike="noStrike">
                <a:solidFill>
                  <a:srgbClr val="FFFF00"/>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1" i="0" sz="3600" u="none" cap="none" strike="noStrike">
                <a:solidFill>
                  <a:srgbClr val="FFFF00"/>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61"/>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100"/>
              </a:spcBef>
              <a:spcAft>
                <a:spcPts val="0"/>
              </a:spcAft>
              <a:buClr>
                <a:srgbClr val="002060"/>
              </a:buClr>
              <a:buSzPts val="2800"/>
              <a:buFont typeface="Arial"/>
              <a:buChar char="•"/>
              <a:defRPr b="1" i="0" sz="2800" u="none" cap="none" strike="noStrike">
                <a:solidFill>
                  <a:srgbClr val="002060"/>
                </a:solidFill>
                <a:latin typeface="Arial"/>
                <a:ea typeface="Arial"/>
                <a:cs typeface="Arial"/>
                <a:sym typeface="Arial"/>
              </a:defRPr>
            </a:lvl1pPr>
            <a:lvl2pPr indent="-381000" lvl="1" marL="914400" marR="0" rtl="0" algn="l">
              <a:lnSpc>
                <a:spcPct val="100000"/>
              </a:lnSpc>
              <a:spcBef>
                <a:spcPts val="300"/>
              </a:spcBef>
              <a:spcAft>
                <a:spcPts val="0"/>
              </a:spcAft>
              <a:buClr>
                <a:srgbClr val="002060"/>
              </a:buClr>
              <a:buSzPts val="2400"/>
              <a:buFont typeface="Arial"/>
              <a:buChar char="–"/>
              <a:defRPr b="0" i="0" sz="2400" u="none" cap="none" strike="noStrike">
                <a:solidFill>
                  <a:srgbClr val="002060"/>
                </a:solidFill>
                <a:latin typeface="Arial"/>
                <a:ea typeface="Arial"/>
                <a:cs typeface="Arial"/>
                <a:sym typeface="Arial"/>
              </a:defRPr>
            </a:lvl2pPr>
            <a:lvl3pPr indent="-355600" lvl="2" marL="1371600" marR="0" rtl="0" algn="l">
              <a:lnSpc>
                <a:spcPct val="100000"/>
              </a:lnSpc>
              <a:spcBef>
                <a:spcPts val="300"/>
              </a:spcBef>
              <a:spcAft>
                <a:spcPts val="0"/>
              </a:spcAft>
              <a:buClr>
                <a:srgbClr val="002060"/>
              </a:buClr>
              <a:buSzPts val="2000"/>
              <a:buFont typeface="Arial"/>
              <a:buChar char="•"/>
              <a:defRPr b="0" i="0" sz="2000" u="none" cap="none" strike="noStrike">
                <a:solidFill>
                  <a:srgbClr val="002060"/>
                </a:solidFill>
                <a:latin typeface="Arial"/>
                <a:ea typeface="Arial"/>
                <a:cs typeface="Arial"/>
                <a:sym typeface="Arial"/>
              </a:defRPr>
            </a:lvl3pPr>
            <a:lvl4pPr indent="-355600" lvl="3" marL="1828800" marR="0" rtl="0" algn="l">
              <a:lnSpc>
                <a:spcPct val="100000"/>
              </a:lnSpc>
              <a:spcBef>
                <a:spcPts val="300"/>
              </a:spcBef>
              <a:spcAft>
                <a:spcPts val="0"/>
              </a:spcAft>
              <a:buClr>
                <a:srgbClr val="002060"/>
              </a:buClr>
              <a:buSzPts val="2000"/>
              <a:buFont typeface="Arial"/>
              <a:buChar char="–"/>
              <a:defRPr b="0" i="0" sz="2000" u="none" cap="none" strike="noStrike">
                <a:solidFill>
                  <a:srgbClr val="002060"/>
                </a:solidFill>
                <a:latin typeface="Arial"/>
                <a:ea typeface="Arial"/>
                <a:cs typeface="Arial"/>
                <a:sym typeface="Arial"/>
              </a:defRPr>
            </a:lvl4pPr>
            <a:lvl5pPr indent="-355600" lvl="4" marL="2286000" marR="0" rtl="0" algn="l">
              <a:lnSpc>
                <a:spcPct val="100000"/>
              </a:lnSpc>
              <a:spcBef>
                <a:spcPts val="300"/>
              </a:spcBef>
              <a:spcAft>
                <a:spcPts val="0"/>
              </a:spcAft>
              <a:buClr>
                <a:srgbClr val="002060"/>
              </a:buClr>
              <a:buSzPts val="2000"/>
              <a:buFont typeface="Arial"/>
              <a:buChar char="»"/>
              <a:defRPr b="0" i="0" sz="2000" u="none" cap="none" strike="noStrike">
                <a:solidFill>
                  <a:srgbClr val="002060"/>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0000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1205890" y="2184371"/>
            <a:ext cx="6732900" cy="1206900"/>
          </a:xfrm>
          <a:prstGeom prst="rect">
            <a:avLst/>
          </a:prstGeom>
          <a:noFill/>
          <a:ln>
            <a:noFill/>
          </a:ln>
        </p:spPr>
        <p:txBody>
          <a:bodyPr anchorCtr="0" anchor="t" bIns="0" lIns="0" spcFirstLastPara="1" rIns="0" wrap="square" tIns="109850">
            <a:spAutoFit/>
          </a:bodyPr>
          <a:lstStyle/>
          <a:p>
            <a:pPr indent="0" lvl="0" marL="1905" marR="0" rtl="0" algn="ctr">
              <a:lnSpc>
                <a:spcPct val="100000"/>
              </a:lnSpc>
              <a:spcBef>
                <a:spcPts val="0"/>
              </a:spcBef>
              <a:spcAft>
                <a:spcPts val="0"/>
              </a:spcAft>
              <a:buClr>
                <a:srgbClr val="000000"/>
              </a:buClr>
              <a:buSzPts val="3200"/>
              <a:buFont typeface="Arial"/>
              <a:buNone/>
            </a:pPr>
            <a:r>
              <a:rPr b="1" i="0" lang="en-US" sz="3200" u="none" cap="none" strike="noStrike">
                <a:solidFill>
                  <a:srgbClr val="C00000"/>
                </a:solidFill>
                <a:latin typeface="Arial"/>
                <a:ea typeface="Arial"/>
                <a:cs typeface="Arial"/>
                <a:sym typeface="Arial"/>
              </a:rPr>
              <a:t>Chương </a:t>
            </a:r>
            <a:r>
              <a:rPr b="1" lang="en-US" sz="3200">
                <a:solidFill>
                  <a:srgbClr val="C00000"/>
                </a:solidFill>
              </a:rPr>
              <a:t>7</a:t>
            </a:r>
            <a:endParaRPr b="0" i="0" sz="1400" u="none" cap="none" strike="noStrike">
              <a:solidFill>
                <a:srgbClr val="000000"/>
              </a:solidFill>
              <a:latin typeface="Arial"/>
              <a:ea typeface="Arial"/>
              <a:cs typeface="Arial"/>
              <a:sym typeface="Arial"/>
            </a:endParaRPr>
          </a:p>
          <a:p>
            <a:pPr indent="0" lvl="0" marL="1905" marR="0" rtl="0" algn="ctr">
              <a:lnSpc>
                <a:spcPct val="100000"/>
              </a:lnSpc>
              <a:spcBef>
                <a:spcPts val="865"/>
              </a:spcBef>
              <a:spcAft>
                <a:spcPts val="0"/>
              </a:spcAft>
              <a:buClr>
                <a:srgbClr val="000000"/>
              </a:buClr>
              <a:buSzPts val="3200"/>
              <a:buFont typeface="Arial"/>
              <a:buNone/>
            </a:pPr>
            <a:r>
              <a:rPr b="1" i="0" lang="en-US" sz="3200" u="none" cap="none" strike="noStrike">
                <a:solidFill>
                  <a:srgbClr val="C00000"/>
                </a:solidFill>
                <a:latin typeface="Arial"/>
                <a:ea typeface="Arial"/>
                <a:cs typeface="Arial"/>
                <a:sym typeface="Arial"/>
              </a:rPr>
              <a:t>KỸ NĂNG </a:t>
            </a:r>
            <a:r>
              <a:rPr b="1" lang="en-US" sz="3200">
                <a:solidFill>
                  <a:srgbClr val="C00000"/>
                </a:solidFill>
              </a:rPr>
              <a:t>THUYẾT TRÌNH</a:t>
            </a:r>
            <a:endParaRPr b="0" i="0" sz="3200" u="none" cap="none" strike="noStrike">
              <a:solidFill>
                <a:schemeClr val="dk1"/>
              </a:solidFill>
              <a:latin typeface="Arial"/>
              <a:ea typeface="Arial"/>
              <a:cs typeface="Arial"/>
              <a:sym typeface="Arial"/>
            </a:endParaRPr>
          </a:p>
        </p:txBody>
      </p:sp>
      <p:sp>
        <p:nvSpPr>
          <p:cNvPr id="90" name="Google Shape;90;p1"/>
          <p:cNvSpPr/>
          <p:nvPr/>
        </p:nvSpPr>
        <p:spPr>
          <a:xfrm>
            <a:off x="1600200" y="304800"/>
            <a:ext cx="518160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F00"/>
                </a:solidFill>
                <a:latin typeface="Times New Roman"/>
                <a:ea typeface="Times New Roman"/>
                <a:cs typeface="Times New Roman"/>
                <a:sym typeface="Times New Roman"/>
              </a:rPr>
              <a:t>NHẬP MÔN NGÀNH CNTT</a:t>
            </a:r>
            <a:endParaRPr b="0" i="0" sz="1400" u="none" cap="none" strike="noStrike">
              <a:solidFill>
                <a:srgbClr val="000000"/>
              </a:solidFill>
              <a:latin typeface="Arial"/>
              <a:ea typeface="Arial"/>
              <a:cs typeface="Arial"/>
              <a:sym typeface="Arial"/>
            </a:endParaRPr>
          </a:p>
        </p:txBody>
      </p:sp>
      <p:sp>
        <p:nvSpPr>
          <p:cNvPr id="91" name="Google Shape;91;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92" name="Google Shape;92;p1"/>
          <p:cNvSpPr txBox="1"/>
          <p:nvPr/>
        </p:nvSpPr>
        <p:spPr>
          <a:xfrm>
            <a:off x="304800" y="4953000"/>
            <a:ext cx="62484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66092"/>
                </a:solidFill>
                <a:latin typeface="Calibri"/>
                <a:ea typeface="Calibri"/>
                <a:cs typeface="Calibri"/>
                <a:sym typeface="Calibri"/>
              </a:rPr>
              <a:t>Khoa Công nghệ thông tin, Trường Đại học Giao thông vận tải</a:t>
            </a:r>
            <a:endParaRPr b="1" i="0" sz="1800" u="none" cap="none" strike="noStrike">
              <a:solidFill>
                <a:srgbClr val="36609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66092"/>
                </a:solidFill>
                <a:latin typeface="Calibri"/>
                <a:ea typeface="Calibri"/>
                <a:cs typeface="Calibri"/>
                <a:sym typeface="Calibri"/>
              </a:rPr>
              <a:t>Email: khoacntt@utc.edu.vn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66092"/>
                </a:solidFill>
                <a:latin typeface="Calibri"/>
                <a:ea typeface="Calibri"/>
                <a:cs typeface="Calibri"/>
                <a:sym typeface="Calibri"/>
              </a:rPr>
              <a:t>Webiste: http://fit.utc.edu.vn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66092"/>
                </a:solidFill>
                <a:latin typeface="Calibri"/>
                <a:ea typeface="Calibri"/>
                <a:cs typeface="Calibri"/>
                <a:sym typeface="Calibri"/>
              </a:rPr>
              <a:t>Facebook: https://www.facebook.com/groups/fitutc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3352800" y="304800"/>
            <a:ext cx="178816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Nội dung</a:t>
            </a:r>
            <a:endParaRPr/>
          </a:p>
        </p:txBody>
      </p:sp>
      <p:sp>
        <p:nvSpPr>
          <p:cNvPr id="98" name="Google Shape;98;p2"/>
          <p:cNvSpPr txBox="1"/>
          <p:nvPr/>
        </p:nvSpPr>
        <p:spPr>
          <a:xfrm>
            <a:off x="841052" y="1537725"/>
            <a:ext cx="7845900" cy="2365200"/>
          </a:xfrm>
          <a:prstGeom prst="rect">
            <a:avLst/>
          </a:prstGeom>
          <a:noFill/>
          <a:ln>
            <a:noFill/>
          </a:ln>
        </p:spPr>
        <p:txBody>
          <a:bodyPr anchorCtr="0" anchor="t" bIns="0" lIns="0" spcFirstLastPara="1" rIns="0" wrap="square" tIns="55875">
            <a:spAutoFit/>
          </a:bodyPr>
          <a:lstStyle/>
          <a:p>
            <a:pPr indent="-406400" lvl="0" marL="457200" rtl="0" algn="l">
              <a:spcBef>
                <a:spcPts val="0"/>
              </a:spcBef>
              <a:spcAft>
                <a:spcPts val="0"/>
              </a:spcAft>
              <a:buClr>
                <a:srgbClr val="366092"/>
              </a:buClr>
              <a:buSzPts val="2800"/>
              <a:buAutoNum type="arabicPeriod"/>
            </a:pPr>
            <a:r>
              <a:rPr b="1" lang="en-US" sz="3000">
                <a:solidFill>
                  <a:srgbClr val="366092"/>
                </a:solidFill>
              </a:rPr>
              <a:t>Một số nguyên tắc Thuyết trình</a:t>
            </a:r>
            <a:endParaRPr b="1" sz="3000">
              <a:solidFill>
                <a:srgbClr val="366092"/>
              </a:solidFill>
            </a:endParaRPr>
          </a:p>
          <a:p>
            <a:pPr indent="-406400" lvl="0" marL="457200" rtl="0" algn="l">
              <a:spcBef>
                <a:spcPts val="0"/>
              </a:spcBef>
              <a:spcAft>
                <a:spcPts val="0"/>
              </a:spcAft>
              <a:buClr>
                <a:srgbClr val="366092"/>
              </a:buClr>
              <a:buSzPts val="2800"/>
              <a:buAutoNum type="arabicPeriod"/>
            </a:pPr>
            <a:r>
              <a:rPr b="1" lang="en-US" sz="3000">
                <a:solidFill>
                  <a:srgbClr val="366092"/>
                </a:solidFill>
              </a:rPr>
              <a:t>Các vấn đề khi thuyết trình</a:t>
            </a:r>
            <a:endParaRPr b="1" sz="3000">
              <a:solidFill>
                <a:srgbClr val="366092"/>
              </a:solidFill>
            </a:endParaRPr>
          </a:p>
          <a:p>
            <a:pPr indent="-406400" lvl="0" marL="457200" rtl="0" algn="l">
              <a:spcBef>
                <a:spcPts val="0"/>
              </a:spcBef>
              <a:spcAft>
                <a:spcPts val="0"/>
              </a:spcAft>
              <a:buClr>
                <a:srgbClr val="366092"/>
              </a:buClr>
              <a:buSzPts val="2800"/>
              <a:buAutoNum type="arabicPeriod"/>
            </a:pPr>
            <a:r>
              <a:rPr b="1" lang="en-US" sz="3000">
                <a:solidFill>
                  <a:srgbClr val="366092"/>
                </a:solidFill>
              </a:rPr>
              <a:t>Nguyên tắc chung</a:t>
            </a:r>
            <a:endParaRPr b="1" sz="3000">
              <a:solidFill>
                <a:srgbClr val="366092"/>
              </a:solidFill>
            </a:endParaRPr>
          </a:p>
          <a:p>
            <a:pPr indent="-419100" lvl="0" marL="457200" rtl="0" algn="l">
              <a:spcBef>
                <a:spcPts val="0"/>
              </a:spcBef>
              <a:spcAft>
                <a:spcPts val="0"/>
              </a:spcAft>
              <a:buClr>
                <a:srgbClr val="366092"/>
              </a:buClr>
              <a:buSzPts val="3000"/>
              <a:buAutoNum type="arabicPeriod"/>
            </a:pPr>
            <a:r>
              <a:rPr b="1" lang="en-US" sz="3000">
                <a:solidFill>
                  <a:srgbClr val="366092"/>
                </a:solidFill>
              </a:rPr>
              <a:t>Soạn thảo file trình chiếu</a:t>
            </a:r>
            <a:endParaRPr b="1" sz="3000">
              <a:solidFill>
                <a:srgbClr val="366092"/>
              </a:solidFill>
            </a:endParaRPr>
          </a:p>
          <a:p>
            <a:pPr indent="0" lvl="0" marL="457200" rtl="0" algn="l">
              <a:spcBef>
                <a:spcPts val="0"/>
              </a:spcBef>
              <a:spcAft>
                <a:spcPts val="0"/>
              </a:spcAft>
              <a:buNone/>
            </a:pPr>
            <a:r>
              <a:t/>
            </a:r>
            <a:endParaRPr b="1" sz="3000">
              <a:solidFill>
                <a:schemeClr val="dk1"/>
              </a:solidFill>
            </a:endParaRPr>
          </a:p>
        </p:txBody>
      </p:sp>
      <p:sp>
        <p:nvSpPr>
          <p:cNvPr id="99" name="Google Shape;99;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2"/>
          <p:cNvSpPr txBox="1"/>
          <p:nvPr>
            <p:ph type="title"/>
          </p:nvPr>
        </p:nvSpPr>
        <p:spPr>
          <a:xfrm>
            <a:off x="1439036" y="102234"/>
            <a:ext cx="6495300" cy="4746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1. Một số nguyên tắc Thuyết trình</a:t>
            </a:r>
            <a:endParaRPr/>
          </a:p>
        </p:txBody>
      </p:sp>
      <p:sp>
        <p:nvSpPr>
          <p:cNvPr id="105" name="Google Shape;105;p32"/>
          <p:cNvSpPr txBox="1"/>
          <p:nvPr/>
        </p:nvSpPr>
        <p:spPr>
          <a:xfrm>
            <a:off x="612140" y="1063925"/>
            <a:ext cx="7738109" cy="4189095"/>
          </a:xfrm>
          <a:prstGeom prst="rect">
            <a:avLst/>
          </a:prstGeom>
          <a:noFill/>
          <a:ln>
            <a:noFill/>
          </a:ln>
        </p:spPr>
        <p:txBody>
          <a:bodyPr anchorCtr="0" anchor="t" bIns="0" lIns="0" spcFirstLastPara="1" rIns="0" wrap="square" tIns="11302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Thuyết trình là gì?</a:t>
            </a:r>
            <a:endParaRPr b="0" i="0" sz="3200" u="none" cap="none" strike="noStrike">
              <a:solidFill>
                <a:schemeClr val="dk1"/>
              </a:solidFill>
              <a:latin typeface="Arial"/>
              <a:ea typeface="Arial"/>
              <a:cs typeface="Arial"/>
              <a:sym typeface="Arial"/>
            </a:endParaRPr>
          </a:p>
          <a:p>
            <a:pPr indent="-287019" lvl="1" marL="756285" marR="508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Trình bày một cách hệ thống và sáng rõ một  vấn đề trước đông người</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Thời gian trình bày “ngắn”</a:t>
            </a:r>
            <a:endParaRPr b="0" i="0" sz="2800" u="none" cap="none" strike="noStrike">
              <a:solidFill>
                <a:schemeClr val="dk1"/>
              </a:solidFill>
              <a:latin typeface="Arial"/>
              <a:ea typeface="Arial"/>
              <a:cs typeface="Arial"/>
              <a:sym typeface="Arial"/>
            </a:endParaRPr>
          </a:p>
          <a:p>
            <a:pPr indent="-343535" lvl="0" marL="355600" marR="0" rtl="0" algn="l">
              <a:lnSpc>
                <a:spcPct val="100000"/>
              </a:lnSpc>
              <a:spcBef>
                <a:spcPts val="75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Ai cần ai?</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Người nói cần người nghe ?</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Người nghe cần người nói ?</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Cả hai !</a:t>
            </a:r>
            <a:endParaRPr b="0" i="0" sz="2800" u="none" cap="none" strike="noStrike">
              <a:solidFill>
                <a:schemeClr val="dk1"/>
              </a:solidFill>
              <a:latin typeface="Arial"/>
              <a:ea typeface="Arial"/>
              <a:cs typeface="Arial"/>
              <a:sym typeface="Arial"/>
            </a:endParaRPr>
          </a:p>
        </p:txBody>
      </p:sp>
      <p:sp>
        <p:nvSpPr>
          <p:cNvPr id="106" name="Google Shape;106;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3"/>
          <p:cNvSpPr txBox="1"/>
          <p:nvPr>
            <p:ph type="title"/>
          </p:nvPr>
        </p:nvSpPr>
        <p:spPr>
          <a:xfrm>
            <a:off x="2080641" y="102234"/>
            <a:ext cx="521716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Các vấn đề khi thuyết trình</a:t>
            </a:r>
            <a:endParaRPr/>
          </a:p>
        </p:txBody>
      </p:sp>
      <p:sp>
        <p:nvSpPr>
          <p:cNvPr id="112" name="Google Shape;112;p33"/>
          <p:cNvSpPr txBox="1"/>
          <p:nvPr/>
        </p:nvSpPr>
        <p:spPr>
          <a:xfrm>
            <a:off x="535940" y="1620977"/>
            <a:ext cx="6931660" cy="3024546"/>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Nhược điểm của người thuyết trình</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242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Buồn tẻ</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Sợ sệt</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Thất vọng</a:t>
            </a:r>
            <a:endParaRPr b="0" i="0" sz="2800" u="none" cap="none" strike="noStrike">
              <a:solidFill>
                <a:schemeClr val="dk1"/>
              </a:solidFill>
              <a:latin typeface="Arial"/>
              <a:ea typeface="Arial"/>
              <a:cs typeface="Arial"/>
              <a:sym typeface="Arial"/>
            </a:endParaRPr>
          </a:p>
          <a:p>
            <a:pPr indent="0" lvl="0" marL="469900" marR="0" rtl="0" algn="l">
              <a:lnSpc>
                <a:spcPct val="100000"/>
              </a:lnSpc>
              <a:spcBef>
                <a:spcPts val="2400"/>
              </a:spcBef>
              <a:spcAft>
                <a:spcPts val="0"/>
              </a:spcAft>
              <a:buClr>
                <a:srgbClr val="000000"/>
              </a:buClr>
              <a:buSzPts val="2800"/>
              <a:buFont typeface="Arial"/>
              <a:buNone/>
            </a:pPr>
            <a:r>
              <a:rPr b="0" i="0" lang="en-US" sz="2800" u="none" cap="none" strike="noStrike">
                <a:solidFill>
                  <a:srgbClr val="FF0000"/>
                </a:solidFill>
                <a:latin typeface="Arial"/>
                <a:ea typeface="Arial"/>
                <a:cs typeface="Arial"/>
                <a:sym typeface="Arial"/>
              </a:rPr>
              <a:t>Tại sao???</a:t>
            </a:r>
            <a:endParaRPr b="0" i="0" sz="2800" u="none" cap="none" strike="noStrike">
              <a:solidFill>
                <a:schemeClr val="dk1"/>
              </a:solidFill>
              <a:latin typeface="Arial"/>
              <a:ea typeface="Arial"/>
              <a:cs typeface="Arial"/>
              <a:sym typeface="Arial"/>
            </a:endParaRPr>
          </a:p>
        </p:txBody>
      </p:sp>
      <p:sp>
        <p:nvSpPr>
          <p:cNvPr id="113" name="Google Shape;11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4"/>
          <p:cNvSpPr txBox="1"/>
          <p:nvPr>
            <p:ph type="title"/>
          </p:nvPr>
        </p:nvSpPr>
        <p:spPr>
          <a:xfrm>
            <a:off x="2080641" y="102234"/>
            <a:ext cx="521716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Các vấn đề khi thuyết trình</a:t>
            </a:r>
            <a:endParaRPr/>
          </a:p>
        </p:txBody>
      </p:sp>
      <p:sp>
        <p:nvSpPr>
          <p:cNvPr id="119" name="Google Shape;119;p34"/>
          <p:cNvSpPr txBox="1"/>
          <p:nvPr/>
        </p:nvSpPr>
        <p:spPr>
          <a:xfrm>
            <a:off x="612140" y="1063925"/>
            <a:ext cx="7529195" cy="4345940"/>
          </a:xfrm>
          <a:prstGeom prst="rect">
            <a:avLst/>
          </a:prstGeom>
          <a:noFill/>
          <a:ln>
            <a:noFill/>
          </a:ln>
        </p:spPr>
        <p:txBody>
          <a:bodyPr anchorCtr="0" anchor="t" bIns="0" lIns="0" spcFirstLastPara="1" rIns="0" wrap="square" tIns="113025">
            <a:spAutoFit/>
          </a:bodyPr>
          <a:lstStyle/>
          <a:p>
            <a:pPr indent="-457833" lvl="0" marL="4699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Thói quen thông thường:</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Bạn cảm thấy khó </a:t>
            </a:r>
            <a:r>
              <a:rPr b="0" i="0" lang="en-US" sz="2800" u="none" cap="none" strike="noStrike">
                <a:solidFill>
                  <a:schemeClr val="dk1"/>
                </a:solidFill>
                <a:latin typeface="Noto Sans Symbols"/>
                <a:ea typeface="Noto Sans Symbols"/>
                <a:cs typeface="Noto Sans Symbols"/>
                <a:sym typeface="Noto Sans Symbols"/>
              </a:rPr>
              <a:t>→</a:t>
            </a: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chemeClr val="dk1"/>
                </a:solidFill>
                <a:latin typeface="Arial"/>
                <a:ea typeface="Arial"/>
                <a:cs typeface="Arial"/>
                <a:sym typeface="Arial"/>
              </a:rPr>
              <a:t>người nghe cũng vậy</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Bạn không hiểu </a:t>
            </a:r>
            <a:r>
              <a:rPr b="0" i="0" lang="en-US" sz="2800" u="none" cap="none" strike="noStrike">
                <a:solidFill>
                  <a:schemeClr val="dk1"/>
                </a:solidFill>
                <a:latin typeface="Noto Sans Symbols"/>
                <a:ea typeface="Noto Sans Symbols"/>
                <a:cs typeface="Noto Sans Symbols"/>
                <a:sym typeface="Noto Sans Symbols"/>
              </a:rPr>
              <a:t>→</a:t>
            </a: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chemeClr val="dk1"/>
                </a:solidFill>
                <a:latin typeface="Arial"/>
                <a:ea typeface="Arial"/>
                <a:cs typeface="Arial"/>
                <a:sym typeface="Arial"/>
              </a:rPr>
              <a:t>thường bỏ qua</a:t>
            </a:r>
            <a:endParaRPr b="0" i="0" sz="2800" u="none" cap="none" strike="noStrike">
              <a:solidFill>
                <a:schemeClr val="dk1"/>
              </a:solidFill>
              <a:latin typeface="Arial"/>
              <a:ea typeface="Arial"/>
              <a:cs typeface="Arial"/>
              <a:sym typeface="Arial"/>
            </a:endParaRPr>
          </a:p>
          <a:p>
            <a:pPr indent="-343535" lvl="0" marL="355600" marR="0" rtl="0" algn="l">
              <a:lnSpc>
                <a:spcPct val="100000"/>
              </a:lnSpc>
              <a:spcBef>
                <a:spcPts val="75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Nhưng, nên nhớ rằng!</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Với </a:t>
            </a:r>
            <a:r>
              <a:rPr b="0" i="0" lang="en-US" sz="2800" u="none" cap="none" strike="noStrike">
                <a:solidFill>
                  <a:srgbClr val="FF0000"/>
                </a:solidFill>
                <a:latin typeface="Arial"/>
                <a:ea typeface="Arial"/>
                <a:cs typeface="Arial"/>
                <a:sym typeface="Arial"/>
              </a:rPr>
              <a:t>bất kỳ </a:t>
            </a:r>
            <a:r>
              <a:rPr b="0" i="0" lang="en-US" sz="2800" u="none" cap="none" strike="noStrike">
                <a:solidFill>
                  <a:schemeClr val="dk1"/>
                </a:solidFill>
                <a:latin typeface="Arial"/>
                <a:ea typeface="Arial"/>
                <a:cs typeface="Arial"/>
                <a:sym typeface="Arial"/>
              </a:rPr>
              <a:t>chủ đề nào</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Với </a:t>
            </a:r>
            <a:r>
              <a:rPr b="0" i="0" lang="en-US" sz="2800" u="none" cap="none" strike="noStrike">
                <a:solidFill>
                  <a:srgbClr val="FF0000"/>
                </a:solidFill>
                <a:latin typeface="Arial"/>
                <a:ea typeface="Arial"/>
                <a:cs typeface="Arial"/>
                <a:sym typeface="Arial"/>
              </a:rPr>
              <a:t>bất kỳ </a:t>
            </a:r>
            <a:r>
              <a:rPr b="0" i="0" lang="en-US" sz="2800" u="none" cap="none" strike="noStrike">
                <a:solidFill>
                  <a:schemeClr val="dk1"/>
                </a:solidFill>
                <a:latin typeface="Arial"/>
                <a:ea typeface="Arial"/>
                <a:cs typeface="Arial"/>
                <a:sym typeface="Arial"/>
              </a:rPr>
              <a:t>người nghe nào</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Với </a:t>
            </a:r>
            <a:r>
              <a:rPr b="0" i="0" lang="en-US" sz="2800" u="none" cap="none" strike="noStrike">
                <a:solidFill>
                  <a:srgbClr val="FF0000"/>
                </a:solidFill>
                <a:latin typeface="Arial"/>
                <a:ea typeface="Arial"/>
                <a:cs typeface="Arial"/>
                <a:sym typeface="Arial"/>
              </a:rPr>
              <a:t>bất kỳ </a:t>
            </a:r>
            <a:r>
              <a:rPr b="0" i="0" lang="en-US" sz="2800" u="none" cap="none" strike="noStrike">
                <a:solidFill>
                  <a:schemeClr val="dk1"/>
                </a:solidFill>
                <a:latin typeface="Arial"/>
                <a:ea typeface="Arial"/>
                <a:cs typeface="Arial"/>
                <a:sym typeface="Arial"/>
              </a:rPr>
              <a:t>khoảng thời gian nào</a:t>
            </a:r>
            <a:endParaRPr b="0" i="0" sz="2800" u="none" cap="none" strike="noStrike">
              <a:solidFill>
                <a:schemeClr val="dk1"/>
              </a:solidFill>
              <a:latin typeface="Arial"/>
              <a:ea typeface="Arial"/>
              <a:cs typeface="Arial"/>
              <a:sym typeface="Arial"/>
            </a:endParaRPr>
          </a:p>
          <a:p>
            <a:pPr indent="0" lvl="0" marL="355600" marR="0" rtl="0" algn="l">
              <a:lnSpc>
                <a:spcPct val="100000"/>
              </a:lnSpc>
              <a:spcBef>
                <a:spcPts val="755"/>
              </a:spcBef>
              <a:spcAft>
                <a:spcPts val="0"/>
              </a:spcAft>
              <a:buClr>
                <a:srgbClr val="000000"/>
              </a:buClr>
              <a:buSzPts val="3200"/>
              <a:buFont typeface="Arial"/>
              <a:buNone/>
            </a:pPr>
            <a:r>
              <a:rPr b="1" i="0" lang="en-US" sz="3200" u="none" cap="none" strike="noStrike">
                <a:solidFill>
                  <a:srgbClr val="FF0000"/>
                </a:solidFill>
                <a:latin typeface="Arial"/>
                <a:ea typeface="Arial"/>
                <a:cs typeface="Arial"/>
                <a:sym typeface="Arial"/>
              </a:rPr>
              <a:t>Đều có cách giải thích thuyết phục!!!</a:t>
            </a:r>
            <a:endParaRPr b="0" i="0" sz="3200" u="none" cap="none" strike="noStrike">
              <a:solidFill>
                <a:schemeClr val="dk1"/>
              </a:solidFill>
              <a:latin typeface="Arial"/>
              <a:ea typeface="Arial"/>
              <a:cs typeface="Arial"/>
              <a:sym typeface="Arial"/>
            </a:endParaRPr>
          </a:p>
        </p:txBody>
      </p:sp>
      <p:sp>
        <p:nvSpPr>
          <p:cNvPr id="120" name="Google Shape;12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5"/>
          <p:cNvSpPr txBox="1"/>
          <p:nvPr>
            <p:ph type="title"/>
          </p:nvPr>
        </p:nvSpPr>
        <p:spPr>
          <a:xfrm>
            <a:off x="2080641" y="102234"/>
            <a:ext cx="521716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Các vấn đề khi thuyết trình</a:t>
            </a:r>
            <a:endParaRPr/>
          </a:p>
        </p:txBody>
      </p:sp>
      <p:sp>
        <p:nvSpPr>
          <p:cNvPr id="126" name="Google Shape;126;p35"/>
          <p:cNvSpPr txBox="1"/>
          <p:nvPr/>
        </p:nvSpPr>
        <p:spPr>
          <a:xfrm>
            <a:off x="612140" y="1468577"/>
            <a:ext cx="5808345" cy="2099945"/>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Người nghe suy nghĩ gì???</a:t>
            </a:r>
            <a:endParaRPr b="0" i="0" sz="3200" u="none" cap="none" strike="noStrike">
              <a:solidFill>
                <a:schemeClr val="dk1"/>
              </a:solidFill>
              <a:latin typeface="Arial"/>
              <a:ea typeface="Arial"/>
              <a:cs typeface="Arial"/>
              <a:sym typeface="Arial"/>
            </a:endParaRPr>
          </a:p>
          <a:p>
            <a:pPr indent="-343535" lvl="0" marL="355600" marR="0" rtl="0" algn="l">
              <a:lnSpc>
                <a:spcPct val="100000"/>
              </a:lnSpc>
              <a:spcBef>
                <a:spcPts val="2405"/>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Làm thế nào lôi cuốn họ???</a:t>
            </a:r>
            <a:endParaRPr b="0" i="0" sz="3200" u="none" cap="none" strike="noStrike">
              <a:solidFill>
                <a:schemeClr val="dk1"/>
              </a:solidFill>
              <a:latin typeface="Arial"/>
              <a:ea typeface="Arial"/>
              <a:cs typeface="Arial"/>
              <a:sym typeface="Arial"/>
            </a:endParaRPr>
          </a:p>
          <a:p>
            <a:pPr indent="-343535" lvl="0" marL="355600" marR="0" rtl="0" algn="l">
              <a:lnSpc>
                <a:spcPct val="100000"/>
              </a:lnSpc>
              <a:spcBef>
                <a:spcPts val="240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Hãy tuân theo nguyên lý AIDA</a:t>
            </a:r>
            <a:endParaRPr b="0" i="0" sz="3200" u="none" cap="none" strike="noStrike">
              <a:solidFill>
                <a:schemeClr val="dk1"/>
              </a:solidFill>
              <a:latin typeface="Arial"/>
              <a:ea typeface="Arial"/>
              <a:cs typeface="Arial"/>
              <a:sym typeface="Arial"/>
            </a:endParaRPr>
          </a:p>
        </p:txBody>
      </p:sp>
      <p:sp>
        <p:nvSpPr>
          <p:cNvPr id="127" name="Google Shape;12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6"/>
          <p:cNvSpPr txBox="1"/>
          <p:nvPr>
            <p:ph type="title"/>
          </p:nvPr>
        </p:nvSpPr>
        <p:spPr>
          <a:xfrm>
            <a:off x="2914650" y="111963"/>
            <a:ext cx="3543935" cy="51435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SzPts val="1400"/>
              <a:buNone/>
            </a:pPr>
            <a:r>
              <a:rPr lang="en-US"/>
              <a:t>Nguyên tắc chung</a:t>
            </a:r>
            <a:endParaRPr/>
          </a:p>
        </p:txBody>
      </p:sp>
      <p:sp>
        <p:nvSpPr>
          <p:cNvPr id="133" name="Google Shape;133;p36"/>
          <p:cNvSpPr txBox="1"/>
          <p:nvPr/>
        </p:nvSpPr>
        <p:spPr>
          <a:xfrm>
            <a:off x="535940" y="1195655"/>
            <a:ext cx="263271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Nguyên lý AIDA:</a:t>
            </a:r>
            <a:endParaRPr b="0" i="0" sz="2800" u="none" cap="none" strike="noStrike">
              <a:solidFill>
                <a:schemeClr val="dk1"/>
              </a:solidFill>
              <a:latin typeface="Arial"/>
              <a:ea typeface="Arial"/>
              <a:cs typeface="Arial"/>
              <a:sym typeface="Arial"/>
            </a:endParaRPr>
          </a:p>
        </p:txBody>
      </p:sp>
      <p:sp>
        <p:nvSpPr>
          <p:cNvPr id="134" name="Google Shape;134;p36"/>
          <p:cNvSpPr txBox="1"/>
          <p:nvPr/>
        </p:nvSpPr>
        <p:spPr>
          <a:xfrm>
            <a:off x="535940" y="1738325"/>
            <a:ext cx="1329690"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A</a:t>
            </a:r>
            <a:r>
              <a:rPr b="0" i="0" lang="en-US" sz="2400" u="none" cap="none" strike="noStrike">
                <a:solidFill>
                  <a:schemeClr val="dk1"/>
                </a:solidFill>
                <a:latin typeface="Arial"/>
                <a:ea typeface="Arial"/>
                <a:cs typeface="Arial"/>
                <a:sym typeface="Arial"/>
              </a:rPr>
              <a:t>ttention:</a:t>
            </a:r>
            <a:endParaRPr b="0" i="0" sz="2400" u="none" cap="none" strike="noStrike">
              <a:solidFill>
                <a:schemeClr val="dk1"/>
              </a:solidFill>
              <a:latin typeface="Arial"/>
              <a:ea typeface="Arial"/>
              <a:cs typeface="Arial"/>
              <a:sym typeface="Arial"/>
            </a:endParaRPr>
          </a:p>
        </p:txBody>
      </p:sp>
      <p:sp>
        <p:nvSpPr>
          <p:cNvPr id="135" name="Google Shape;135;p36"/>
          <p:cNvSpPr txBox="1"/>
          <p:nvPr/>
        </p:nvSpPr>
        <p:spPr>
          <a:xfrm>
            <a:off x="2364994" y="1738325"/>
            <a:ext cx="6439535" cy="684530"/>
          </a:xfrm>
          <a:prstGeom prst="rect">
            <a:avLst/>
          </a:prstGeom>
          <a:noFill/>
          <a:ln>
            <a:noFill/>
          </a:ln>
        </p:spPr>
        <p:txBody>
          <a:bodyPr anchorCtr="0" anchor="t" bIns="0" lIns="0" spcFirstLastPara="1" rIns="0" wrap="square" tIns="12700">
            <a:spAutoFit/>
          </a:bodyPr>
          <a:lstStyle/>
          <a:p>
            <a:pPr indent="0" lvl="0" marL="12700" marR="0" rtl="0" algn="l">
              <a:lnSpc>
                <a:spcPct val="108124"/>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Mục đích : Đánh thức </a:t>
            </a:r>
            <a:r>
              <a:rPr b="1" i="0" lang="en-US" sz="2400" u="none" cap="none" strike="noStrike">
                <a:solidFill>
                  <a:srgbClr val="FF0000"/>
                </a:solidFill>
                <a:latin typeface="Arial"/>
                <a:ea typeface="Arial"/>
                <a:cs typeface="Arial"/>
                <a:sym typeface="Arial"/>
              </a:rPr>
              <a:t>sự chú ý</a:t>
            </a:r>
            <a:endParaRPr b="0" i="0" sz="2400" u="none" cap="none" strike="noStrike">
              <a:solidFill>
                <a:schemeClr val="dk1"/>
              </a:solidFill>
              <a:latin typeface="Arial"/>
              <a:ea typeface="Arial"/>
              <a:cs typeface="Arial"/>
              <a:sym typeface="Arial"/>
            </a:endParaRPr>
          </a:p>
          <a:p>
            <a:pPr indent="0" lvl="0" marL="12700" marR="0" rtl="0" algn="l">
              <a:lnSpc>
                <a:spcPct val="108124"/>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Bằng cách: Sử dụng các hình vẽ, ví dụ đặc biệt</a:t>
            </a:r>
            <a:endParaRPr b="0" i="0" sz="2400" u="none" cap="none" strike="noStrike">
              <a:solidFill>
                <a:schemeClr val="dk1"/>
              </a:solidFill>
              <a:latin typeface="Arial"/>
              <a:ea typeface="Arial"/>
              <a:cs typeface="Arial"/>
              <a:sym typeface="Arial"/>
            </a:endParaRPr>
          </a:p>
        </p:txBody>
      </p:sp>
      <p:sp>
        <p:nvSpPr>
          <p:cNvPr id="136" name="Google Shape;136;p36"/>
          <p:cNvSpPr txBox="1"/>
          <p:nvPr/>
        </p:nvSpPr>
        <p:spPr>
          <a:xfrm>
            <a:off x="535940" y="2763139"/>
            <a:ext cx="112839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I</a:t>
            </a:r>
            <a:r>
              <a:rPr b="0" i="0" lang="en-US" sz="2400" u="none" cap="none" strike="noStrike">
                <a:solidFill>
                  <a:schemeClr val="dk1"/>
                </a:solidFill>
                <a:latin typeface="Arial"/>
                <a:ea typeface="Arial"/>
                <a:cs typeface="Arial"/>
                <a:sym typeface="Arial"/>
              </a:rPr>
              <a:t>nterest:</a:t>
            </a:r>
            <a:endParaRPr b="0" i="0" sz="2400" u="none" cap="none" strike="noStrike">
              <a:solidFill>
                <a:schemeClr val="dk1"/>
              </a:solidFill>
              <a:latin typeface="Arial"/>
              <a:ea typeface="Arial"/>
              <a:cs typeface="Arial"/>
              <a:sym typeface="Arial"/>
            </a:endParaRPr>
          </a:p>
        </p:txBody>
      </p:sp>
      <p:sp>
        <p:nvSpPr>
          <p:cNvPr id="137" name="Google Shape;137;p36"/>
          <p:cNvSpPr txBox="1"/>
          <p:nvPr/>
        </p:nvSpPr>
        <p:spPr>
          <a:xfrm>
            <a:off x="2364994" y="2763139"/>
            <a:ext cx="6231255" cy="7575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Mục đích: Đánh thức </a:t>
            </a:r>
            <a:r>
              <a:rPr b="1" i="0" lang="en-US" sz="2400" u="none" cap="none" strike="noStrike">
                <a:solidFill>
                  <a:srgbClr val="FF0000"/>
                </a:solidFill>
                <a:latin typeface="Arial"/>
                <a:ea typeface="Arial"/>
                <a:cs typeface="Arial"/>
                <a:sym typeface="Arial"/>
              </a:rPr>
              <a:t>sự thích thú</a:t>
            </a:r>
            <a:endParaRPr b="0" i="0" sz="24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Bằng cách: Mô tả một trường hợp quen thuộc</a:t>
            </a:r>
            <a:endParaRPr b="0" i="0" sz="2400" u="none" cap="none" strike="noStrike">
              <a:solidFill>
                <a:schemeClr val="dk1"/>
              </a:solidFill>
              <a:latin typeface="Arial"/>
              <a:ea typeface="Arial"/>
              <a:cs typeface="Arial"/>
              <a:sym typeface="Arial"/>
            </a:endParaRPr>
          </a:p>
        </p:txBody>
      </p:sp>
      <p:sp>
        <p:nvSpPr>
          <p:cNvPr id="138" name="Google Shape;138;p36"/>
          <p:cNvSpPr txBox="1"/>
          <p:nvPr/>
        </p:nvSpPr>
        <p:spPr>
          <a:xfrm>
            <a:off x="535940" y="3787520"/>
            <a:ext cx="99060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D</a:t>
            </a:r>
            <a:r>
              <a:rPr b="0" i="0" lang="en-US" sz="2400" u="none" cap="none" strike="noStrike">
                <a:solidFill>
                  <a:schemeClr val="dk1"/>
                </a:solidFill>
                <a:latin typeface="Arial"/>
                <a:ea typeface="Arial"/>
                <a:cs typeface="Arial"/>
                <a:sym typeface="Arial"/>
              </a:rPr>
              <a:t>esire:</a:t>
            </a:r>
            <a:endParaRPr b="0" i="0" sz="2400" u="none" cap="none" strike="noStrike">
              <a:solidFill>
                <a:schemeClr val="dk1"/>
              </a:solidFill>
              <a:latin typeface="Arial"/>
              <a:ea typeface="Arial"/>
              <a:cs typeface="Arial"/>
              <a:sym typeface="Arial"/>
            </a:endParaRPr>
          </a:p>
        </p:txBody>
      </p:sp>
      <p:sp>
        <p:nvSpPr>
          <p:cNvPr id="139" name="Google Shape;139;p36"/>
          <p:cNvSpPr txBox="1"/>
          <p:nvPr/>
        </p:nvSpPr>
        <p:spPr>
          <a:xfrm>
            <a:off x="2364994" y="3787520"/>
            <a:ext cx="6238875" cy="75692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Mục đích: Tạo ra </a:t>
            </a:r>
            <a:r>
              <a:rPr b="1" i="0" lang="en-US" sz="2400" u="none" cap="none" strike="noStrike">
                <a:solidFill>
                  <a:srgbClr val="FF0000"/>
                </a:solidFill>
                <a:latin typeface="Arial"/>
                <a:ea typeface="Arial"/>
                <a:cs typeface="Arial"/>
                <a:sym typeface="Arial"/>
              </a:rPr>
              <a:t>mong muốn </a:t>
            </a:r>
            <a:r>
              <a:rPr b="0" i="0" lang="en-US" sz="2400" u="none" cap="none" strike="noStrike">
                <a:solidFill>
                  <a:schemeClr val="dk1"/>
                </a:solidFill>
                <a:latin typeface="Arial"/>
                <a:ea typeface="Arial"/>
                <a:cs typeface="Arial"/>
                <a:sym typeface="Arial"/>
              </a:rPr>
              <a:t>ở người nghe  Bằng cách: Đề xuất một vài biện pháp cải tiến</a:t>
            </a:r>
            <a:endParaRPr b="0" i="0" sz="2400" u="none" cap="none" strike="noStrike">
              <a:solidFill>
                <a:schemeClr val="dk1"/>
              </a:solidFill>
              <a:latin typeface="Arial"/>
              <a:ea typeface="Arial"/>
              <a:cs typeface="Arial"/>
              <a:sym typeface="Arial"/>
            </a:endParaRPr>
          </a:p>
        </p:txBody>
      </p:sp>
      <p:sp>
        <p:nvSpPr>
          <p:cNvPr id="140" name="Google Shape;140;p36"/>
          <p:cNvSpPr txBox="1"/>
          <p:nvPr/>
        </p:nvSpPr>
        <p:spPr>
          <a:xfrm>
            <a:off x="535940" y="4885182"/>
            <a:ext cx="97409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Arial"/>
                <a:ea typeface="Arial"/>
                <a:cs typeface="Arial"/>
                <a:sym typeface="Arial"/>
              </a:rPr>
              <a:t>A</a:t>
            </a:r>
            <a:r>
              <a:rPr b="0" i="0" lang="en-US" sz="2400" u="none" cap="none" strike="noStrike">
                <a:solidFill>
                  <a:schemeClr val="dk1"/>
                </a:solidFill>
                <a:latin typeface="Arial"/>
                <a:ea typeface="Arial"/>
                <a:cs typeface="Arial"/>
                <a:sym typeface="Arial"/>
              </a:rPr>
              <a:t>ction:</a:t>
            </a:r>
            <a:endParaRPr b="0" i="0" sz="2400" u="none" cap="none" strike="noStrike">
              <a:solidFill>
                <a:schemeClr val="dk1"/>
              </a:solidFill>
              <a:latin typeface="Arial"/>
              <a:ea typeface="Arial"/>
              <a:cs typeface="Arial"/>
              <a:sym typeface="Arial"/>
            </a:endParaRPr>
          </a:p>
        </p:txBody>
      </p:sp>
      <p:sp>
        <p:nvSpPr>
          <p:cNvPr id="141" name="Google Shape;141;p36"/>
          <p:cNvSpPr txBox="1"/>
          <p:nvPr/>
        </p:nvSpPr>
        <p:spPr>
          <a:xfrm>
            <a:off x="2364994" y="4885182"/>
            <a:ext cx="6053455" cy="7569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Mục đích: </a:t>
            </a:r>
            <a:r>
              <a:rPr b="1" i="0" lang="en-US" sz="2400" u="none" cap="none" strike="noStrike">
                <a:solidFill>
                  <a:srgbClr val="FF0000"/>
                </a:solidFill>
                <a:latin typeface="Arial"/>
                <a:ea typeface="Arial"/>
                <a:cs typeface="Arial"/>
                <a:sym typeface="Arial"/>
              </a:rPr>
              <a:t>Thỏa mãn mong muốn</a:t>
            </a:r>
            <a:endParaRPr b="0" i="0" sz="24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Bằng cách: Giải quyết các biện pháp cải tiến</a:t>
            </a:r>
            <a:endParaRPr b="0" i="0" sz="2400" u="none" cap="none" strike="noStrike">
              <a:solidFill>
                <a:schemeClr val="dk1"/>
              </a:solidFill>
              <a:latin typeface="Arial"/>
              <a:ea typeface="Arial"/>
              <a:cs typeface="Arial"/>
              <a:sym typeface="Arial"/>
            </a:endParaRPr>
          </a:p>
        </p:txBody>
      </p:sp>
      <p:sp>
        <p:nvSpPr>
          <p:cNvPr id="142" name="Google Shape;142;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7"/>
          <p:cNvSpPr txBox="1"/>
          <p:nvPr>
            <p:ph type="title"/>
          </p:nvPr>
        </p:nvSpPr>
        <p:spPr>
          <a:xfrm>
            <a:off x="1373505" y="102234"/>
            <a:ext cx="6628765"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5. Chuẩn bị và chọn phương pháp</a:t>
            </a:r>
            <a:endParaRPr/>
          </a:p>
        </p:txBody>
      </p:sp>
      <p:sp>
        <p:nvSpPr>
          <p:cNvPr id="148" name="Google Shape;148;p37"/>
          <p:cNvSpPr txBox="1"/>
          <p:nvPr/>
        </p:nvSpPr>
        <p:spPr>
          <a:xfrm>
            <a:off x="535940" y="1139253"/>
            <a:ext cx="7854950" cy="4543425"/>
          </a:xfrm>
          <a:prstGeom prst="rect">
            <a:avLst/>
          </a:prstGeom>
          <a:noFill/>
          <a:ln>
            <a:noFill/>
          </a:ln>
        </p:spPr>
        <p:txBody>
          <a:bodyPr anchorCtr="0" anchor="t" bIns="0" lIns="0" spcFirstLastPara="1" rIns="0" wrap="square" tIns="114300">
            <a:spAutoFit/>
          </a:bodyPr>
          <a:lstStyle/>
          <a:p>
            <a:pPr indent="-343535" lvl="0" marL="355600" marR="0" rtl="0" algn="just">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Trước khi trình bày, trả lời các câu hỏi:</a:t>
            </a:r>
            <a:endParaRPr b="0" i="0" sz="3200" u="none" cap="none" strike="noStrike">
              <a:solidFill>
                <a:schemeClr val="dk1"/>
              </a:solidFill>
              <a:latin typeface="Arial"/>
              <a:ea typeface="Arial"/>
              <a:cs typeface="Arial"/>
              <a:sym typeface="Arial"/>
            </a:endParaRPr>
          </a:p>
          <a:p>
            <a:pPr indent="-287019" lvl="1" marL="756285" marR="0" rtl="0" algn="just">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Ai là đối tượng chính của buổi báo cáo?</a:t>
            </a:r>
            <a:endParaRPr b="0" i="0" sz="2800" u="none" cap="none" strike="noStrike">
              <a:solidFill>
                <a:schemeClr val="dk1"/>
              </a:solidFill>
              <a:latin typeface="Arial"/>
              <a:ea typeface="Arial"/>
              <a:cs typeface="Arial"/>
              <a:sym typeface="Arial"/>
            </a:endParaRPr>
          </a:p>
          <a:p>
            <a:pPr indent="-287019" lvl="1" marL="756285" marR="5080" rtl="0" algn="just">
              <a:lnSpc>
                <a:spcPct val="100000"/>
              </a:lnSpc>
              <a:spcBef>
                <a:spcPts val="67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Nếu như ai đó chỉ nhớ được một vấn đề duy  nhất trong bản báo cáo, chúng ta muốn đó là  vấn đề nào?</a:t>
            </a:r>
            <a:endParaRPr b="0" i="0" sz="2800" u="none" cap="none" strike="noStrike">
              <a:solidFill>
                <a:schemeClr val="dk1"/>
              </a:solidFill>
              <a:latin typeface="Arial"/>
              <a:ea typeface="Arial"/>
              <a:cs typeface="Arial"/>
              <a:sym typeface="Arial"/>
            </a:endParaRPr>
          </a:p>
          <a:p>
            <a:pPr indent="-287019" lvl="1" marL="756285" marR="0" rtl="0" algn="just">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Có bao nhiêu thời gian?</a:t>
            </a:r>
            <a:endParaRPr b="0" i="0" sz="2800" u="none" cap="none" strike="noStrike">
              <a:solidFill>
                <a:schemeClr val="dk1"/>
              </a:solidFill>
              <a:latin typeface="Arial"/>
              <a:ea typeface="Arial"/>
              <a:cs typeface="Arial"/>
              <a:sym typeface="Arial"/>
            </a:endParaRPr>
          </a:p>
          <a:p>
            <a:pPr indent="-287019" lvl="1" marL="756285" marR="0" rtl="0" algn="just">
              <a:lnSpc>
                <a:spcPct val="100000"/>
              </a:lnSpc>
              <a:spcBef>
                <a:spcPts val="67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Có bao nhiêu người nghe?</a:t>
            </a:r>
            <a:endParaRPr b="0" i="0" sz="2800" u="none" cap="none" strike="noStrike">
              <a:solidFill>
                <a:schemeClr val="dk1"/>
              </a:solidFill>
              <a:latin typeface="Arial"/>
              <a:ea typeface="Arial"/>
              <a:cs typeface="Arial"/>
              <a:sym typeface="Arial"/>
            </a:endParaRPr>
          </a:p>
          <a:p>
            <a:pPr indent="-287019" lvl="1" marL="756285" marR="0" rtl="0" algn="just">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Người trình bày trước có cùng chủ đề?</a:t>
            </a:r>
            <a:endParaRPr b="0" i="0" sz="2800" u="none" cap="none" strike="noStrike">
              <a:solidFill>
                <a:schemeClr val="dk1"/>
              </a:solidFill>
              <a:latin typeface="Arial"/>
              <a:ea typeface="Arial"/>
              <a:cs typeface="Arial"/>
              <a:sym typeface="Arial"/>
            </a:endParaRPr>
          </a:p>
          <a:p>
            <a:pPr indent="-287019" lvl="1" marL="756285" marR="0" rtl="0" algn="just">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Trình bày thử trước đồng nghiệp</a:t>
            </a:r>
            <a:endParaRPr b="0" i="0" sz="2800" u="none" cap="none" strike="noStrike">
              <a:solidFill>
                <a:schemeClr val="dk1"/>
              </a:solidFill>
              <a:latin typeface="Arial"/>
              <a:ea typeface="Arial"/>
              <a:cs typeface="Arial"/>
              <a:sym typeface="Arial"/>
            </a:endParaRPr>
          </a:p>
        </p:txBody>
      </p:sp>
      <p:sp>
        <p:nvSpPr>
          <p:cNvPr id="149" name="Google Shape;14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8"/>
          <p:cNvSpPr txBox="1"/>
          <p:nvPr>
            <p:ph type="title"/>
          </p:nvPr>
        </p:nvSpPr>
        <p:spPr>
          <a:xfrm>
            <a:off x="2926842" y="102234"/>
            <a:ext cx="3519804"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Bảng hay Slides ?</a:t>
            </a:r>
            <a:endParaRPr/>
          </a:p>
        </p:txBody>
      </p:sp>
      <p:sp>
        <p:nvSpPr>
          <p:cNvPr id="155" name="Google Shape;155;p38"/>
          <p:cNvSpPr txBox="1"/>
          <p:nvPr/>
        </p:nvSpPr>
        <p:spPr>
          <a:xfrm>
            <a:off x="612140" y="1063925"/>
            <a:ext cx="6551295" cy="4274820"/>
          </a:xfrm>
          <a:prstGeom prst="rect">
            <a:avLst/>
          </a:prstGeom>
          <a:noFill/>
          <a:ln>
            <a:noFill/>
          </a:ln>
        </p:spPr>
        <p:txBody>
          <a:bodyPr anchorCtr="0" anchor="t" bIns="0" lIns="0" spcFirstLastPara="1" rIns="0" wrap="square" tIns="11302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Bảng:</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Đồng thời vừa nói vừa viết</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Khó làm việc hơn với slide</a:t>
            </a:r>
            <a:endParaRPr b="0" i="0" sz="2800" u="none" cap="none" strike="noStrike">
              <a:solidFill>
                <a:schemeClr val="dk1"/>
              </a:solidFill>
              <a:latin typeface="Arial"/>
              <a:ea typeface="Arial"/>
              <a:cs typeface="Arial"/>
              <a:sym typeface="Arial"/>
            </a:endParaRPr>
          </a:p>
          <a:p>
            <a:pPr indent="-343535" lvl="0" marL="355600" marR="0" rtl="0" algn="l">
              <a:lnSpc>
                <a:spcPct val="100000"/>
              </a:lnSpc>
              <a:spcBef>
                <a:spcPts val="75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Slides:</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Thời gian chuẩn bị lâu hơn</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Trình bày với nhiều công cụ hơn</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Tốc độ nhanh hơn</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Thích hợp với các buổi Seminar hơn</a:t>
            </a:r>
            <a:endParaRPr b="0" i="0" sz="2800" u="none" cap="none" strike="noStrike">
              <a:solidFill>
                <a:schemeClr val="dk1"/>
              </a:solidFill>
              <a:latin typeface="Arial"/>
              <a:ea typeface="Arial"/>
              <a:cs typeface="Arial"/>
              <a:sym typeface="Arial"/>
            </a:endParaRPr>
          </a:p>
        </p:txBody>
      </p:sp>
      <p:sp>
        <p:nvSpPr>
          <p:cNvPr id="156" name="Google Shape;156;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9"/>
          <p:cNvSpPr txBox="1"/>
          <p:nvPr>
            <p:ph type="title"/>
          </p:nvPr>
        </p:nvSpPr>
        <p:spPr>
          <a:xfrm>
            <a:off x="3173729" y="102234"/>
            <a:ext cx="302514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Chuẩn bị slides</a:t>
            </a:r>
            <a:endParaRPr/>
          </a:p>
        </p:txBody>
      </p:sp>
      <p:sp>
        <p:nvSpPr>
          <p:cNvPr id="162" name="Google Shape;162;p39"/>
          <p:cNvSpPr txBox="1"/>
          <p:nvPr/>
        </p:nvSpPr>
        <p:spPr>
          <a:xfrm>
            <a:off x="688340" y="1523658"/>
            <a:ext cx="6523990" cy="1196975"/>
          </a:xfrm>
          <a:prstGeom prst="rect">
            <a:avLst/>
          </a:prstGeom>
          <a:noFill/>
          <a:ln>
            <a:noFill/>
          </a:ln>
        </p:spPr>
        <p:txBody>
          <a:bodyPr anchorCtr="0" anchor="t" bIns="0" lIns="0" spcFirstLastPara="1" rIns="0" wrap="square" tIns="11047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Tài liệu giấy dành cho người nghe</a:t>
            </a:r>
            <a:endParaRPr b="0" i="0" sz="3200" u="none" cap="none" strike="noStrike">
              <a:solidFill>
                <a:schemeClr val="dk1"/>
              </a:solidFill>
              <a:latin typeface="Arial"/>
              <a:ea typeface="Arial"/>
              <a:cs typeface="Arial"/>
              <a:sym typeface="Arial"/>
            </a:endParaRPr>
          </a:p>
          <a:p>
            <a:pPr indent="-343535" lvl="0" marL="355600" marR="0" rtl="0" algn="l">
              <a:lnSpc>
                <a:spcPct val="100000"/>
              </a:lnSpc>
              <a:spcBef>
                <a:spcPts val="77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File trình diễn bằng máy chiếu</a:t>
            </a:r>
            <a:endParaRPr b="0" i="0" sz="3200" u="none" cap="none" strike="noStrike">
              <a:solidFill>
                <a:schemeClr val="dk1"/>
              </a:solidFill>
              <a:latin typeface="Arial"/>
              <a:ea typeface="Arial"/>
              <a:cs typeface="Arial"/>
              <a:sym typeface="Arial"/>
            </a:endParaRPr>
          </a:p>
        </p:txBody>
      </p:sp>
      <p:sp>
        <p:nvSpPr>
          <p:cNvPr id="163" name="Google Shape;163;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0"/>
          <p:cNvSpPr txBox="1"/>
          <p:nvPr>
            <p:ph type="title"/>
          </p:nvPr>
        </p:nvSpPr>
        <p:spPr>
          <a:xfrm>
            <a:off x="3512058" y="102234"/>
            <a:ext cx="234950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Tài liệu giấy</a:t>
            </a:r>
            <a:endParaRPr/>
          </a:p>
        </p:txBody>
      </p:sp>
      <p:sp>
        <p:nvSpPr>
          <p:cNvPr id="169" name="Google Shape;169;p40"/>
          <p:cNvSpPr txBox="1"/>
          <p:nvPr/>
        </p:nvSpPr>
        <p:spPr>
          <a:xfrm>
            <a:off x="612140" y="1434082"/>
            <a:ext cx="7571105" cy="3568700"/>
          </a:xfrm>
          <a:prstGeom prst="rect">
            <a:avLst/>
          </a:prstGeom>
          <a:noFill/>
          <a:ln>
            <a:noFill/>
          </a:ln>
        </p:spPr>
        <p:txBody>
          <a:bodyPr anchorCtr="0" anchor="t" bIns="0" lIns="0" spcFirstLastPara="1" rIns="0" wrap="square" tIns="12700">
            <a:spAutoFit/>
          </a:bodyPr>
          <a:lstStyle/>
          <a:p>
            <a:pPr indent="-343535" lvl="0" marL="355600" marR="6350" rtl="0" algn="l">
              <a:lnSpc>
                <a:spcPct val="110100"/>
              </a:lnSpc>
              <a:spcBef>
                <a:spcPts val="0"/>
              </a:spcBef>
              <a:spcAft>
                <a:spcPts val="0"/>
              </a:spcAft>
              <a:buClr>
                <a:srgbClr val="3366FF"/>
              </a:buClr>
              <a:buSzPts val="2800"/>
              <a:buFont typeface="Noto Sans Symbols"/>
              <a:buChar char="▪"/>
            </a:pPr>
            <a:r>
              <a:rPr b="0" i="0" lang="en-US" sz="2800" u="none" cap="none" strike="noStrike">
                <a:solidFill>
                  <a:schemeClr val="dk1"/>
                </a:solidFill>
                <a:latin typeface="Arial"/>
                <a:ea typeface="Arial"/>
                <a:cs typeface="Arial"/>
                <a:sym typeface="Arial"/>
              </a:rPr>
              <a:t>Sử dụng khi bài báo cáo hơi rắc rối, nhiều kết  quả, công thức</a:t>
            </a:r>
            <a:endParaRPr b="0" i="0" sz="2800" u="none" cap="none" strike="noStrike">
              <a:solidFill>
                <a:schemeClr val="dk1"/>
              </a:solidFill>
              <a:latin typeface="Arial"/>
              <a:ea typeface="Arial"/>
              <a:cs typeface="Arial"/>
              <a:sym typeface="Arial"/>
            </a:endParaRPr>
          </a:p>
          <a:p>
            <a:pPr indent="-343535" lvl="0" marL="355600" marR="245745" rtl="0" algn="l">
              <a:lnSpc>
                <a:spcPct val="110000"/>
              </a:lnSpc>
              <a:spcBef>
                <a:spcPts val="675"/>
              </a:spcBef>
              <a:spcAft>
                <a:spcPts val="0"/>
              </a:spcAft>
              <a:buClr>
                <a:srgbClr val="3366FF"/>
              </a:buClr>
              <a:buSzPts val="2800"/>
              <a:buFont typeface="Noto Sans Symbols"/>
              <a:buChar char="▪"/>
            </a:pPr>
            <a:r>
              <a:rPr b="0" i="0" lang="en-US" sz="2800" u="none" cap="none" strike="noStrike">
                <a:solidFill>
                  <a:schemeClr val="dk1"/>
                </a:solidFill>
                <a:latin typeface="Arial"/>
                <a:ea typeface="Arial"/>
                <a:cs typeface="Arial"/>
                <a:sym typeface="Arial"/>
              </a:rPr>
              <a:t>Người nghe có thể đọc lại những điểm bị bỏ  qua hoặc không theo kịp</a:t>
            </a:r>
            <a:endParaRPr b="0" i="0" sz="2800" u="none" cap="none" strike="noStrike">
              <a:solidFill>
                <a:schemeClr val="dk1"/>
              </a:solidFill>
              <a:latin typeface="Arial"/>
              <a:ea typeface="Arial"/>
              <a:cs typeface="Arial"/>
              <a:sym typeface="Arial"/>
            </a:endParaRPr>
          </a:p>
          <a:p>
            <a:pPr indent="-343535" lvl="0" marL="355600" marR="5080" rtl="0" algn="l">
              <a:lnSpc>
                <a:spcPct val="110000"/>
              </a:lnSpc>
              <a:spcBef>
                <a:spcPts val="670"/>
              </a:spcBef>
              <a:spcAft>
                <a:spcPts val="0"/>
              </a:spcAft>
              <a:buClr>
                <a:srgbClr val="3366FF"/>
              </a:buClr>
              <a:buSzPts val="2800"/>
              <a:buFont typeface="Noto Sans Symbols"/>
              <a:buChar char="▪"/>
            </a:pPr>
            <a:r>
              <a:rPr b="0" i="0" lang="en-US" sz="2800" u="none" cap="none" strike="noStrike">
                <a:solidFill>
                  <a:schemeClr val="dk1"/>
                </a:solidFill>
                <a:latin typeface="Arial"/>
                <a:ea typeface="Arial"/>
                <a:cs typeface="Arial"/>
                <a:sym typeface="Arial"/>
              </a:rPr>
              <a:t>Cho phép hiện chi tiết những vấn đề mà công  cụ trình chiếu không làm được</a:t>
            </a:r>
            <a:endParaRPr b="0" i="0" sz="2800" u="none" cap="none" strike="noStrike">
              <a:solidFill>
                <a:schemeClr val="dk1"/>
              </a:solidFill>
              <a:latin typeface="Arial"/>
              <a:ea typeface="Arial"/>
              <a:cs typeface="Arial"/>
              <a:sym typeface="Arial"/>
            </a:endParaRPr>
          </a:p>
          <a:p>
            <a:pPr indent="-343535" lvl="0" marL="355600" marR="0" rtl="0" algn="l">
              <a:lnSpc>
                <a:spcPct val="100000"/>
              </a:lnSpc>
              <a:spcBef>
                <a:spcPts val="1010"/>
              </a:spcBef>
              <a:spcAft>
                <a:spcPts val="0"/>
              </a:spcAft>
              <a:buClr>
                <a:srgbClr val="3366FF"/>
              </a:buClr>
              <a:buSzPts val="2800"/>
              <a:buFont typeface="Noto Sans Symbols"/>
              <a:buChar char="▪"/>
            </a:pPr>
            <a:r>
              <a:rPr b="0" i="0" lang="en-US" sz="2800" u="none" cap="none" strike="noStrike">
                <a:solidFill>
                  <a:schemeClr val="dk1"/>
                </a:solidFill>
                <a:latin typeface="Arial"/>
                <a:ea typeface="Arial"/>
                <a:cs typeface="Arial"/>
                <a:sym typeface="Arial"/>
              </a:rPr>
              <a:t>Thường 4 slide trên một tờ giấy</a:t>
            </a:r>
            <a:endParaRPr b="0" i="0" sz="2800" u="none" cap="none" strike="noStrike">
              <a:solidFill>
                <a:schemeClr val="dk1"/>
              </a:solidFill>
              <a:latin typeface="Arial"/>
              <a:ea typeface="Arial"/>
              <a:cs typeface="Arial"/>
              <a:sym typeface="Arial"/>
            </a:endParaRPr>
          </a:p>
        </p:txBody>
      </p:sp>
      <p:sp>
        <p:nvSpPr>
          <p:cNvPr id="170" name="Google Shape;17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41"/>
          <p:cNvSpPr txBox="1"/>
          <p:nvPr>
            <p:ph type="title"/>
          </p:nvPr>
        </p:nvSpPr>
        <p:spPr>
          <a:xfrm>
            <a:off x="2024252" y="102234"/>
            <a:ext cx="5324400" cy="4746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4. Soạn thảo file trình chiếu</a:t>
            </a:r>
            <a:endParaRPr/>
          </a:p>
        </p:txBody>
      </p:sp>
      <p:sp>
        <p:nvSpPr>
          <p:cNvPr id="176" name="Google Shape;176;p41"/>
          <p:cNvSpPr txBox="1"/>
          <p:nvPr/>
        </p:nvSpPr>
        <p:spPr>
          <a:xfrm>
            <a:off x="764844" y="1316482"/>
            <a:ext cx="7785734" cy="2282190"/>
          </a:xfrm>
          <a:prstGeom prst="rect">
            <a:avLst/>
          </a:prstGeom>
          <a:noFill/>
          <a:ln>
            <a:noFill/>
          </a:ln>
        </p:spPr>
        <p:txBody>
          <a:bodyPr anchorCtr="0" anchor="t" bIns="0" lIns="0" spcFirstLastPara="1" rIns="0" wrap="square" tIns="13325">
            <a:spAutoFit/>
          </a:bodyPr>
          <a:lstStyle/>
          <a:p>
            <a:pPr indent="-342900" lvl="0" marL="355600" marR="548005"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Việc soạn thảo file trình chiếu rất khác  với viết báo cáo</a:t>
            </a:r>
            <a:endParaRPr b="0" i="0" sz="3200" u="none" cap="none" strike="noStrike">
              <a:solidFill>
                <a:schemeClr val="dk1"/>
              </a:solidFill>
              <a:latin typeface="Arial"/>
              <a:ea typeface="Arial"/>
              <a:cs typeface="Arial"/>
              <a:sym typeface="Arial"/>
            </a:endParaRPr>
          </a:p>
          <a:p>
            <a:pPr indent="-342900" lvl="0" marL="355600" marR="0" rtl="0" algn="l">
              <a:lnSpc>
                <a:spcPct val="100000"/>
              </a:lnSpc>
              <a:spcBef>
                <a:spcPts val="120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Là công cụ hỗ trợ cho việc thuyết trình</a:t>
            </a:r>
            <a:endParaRPr b="0" i="0" sz="3200" u="none" cap="none" strike="noStrike">
              <a:solidFill>
                <a:schemeClr val="dk1"/>
              </a:solidFill>
              <a:latin typeface="Arial"/>
              <a:ea typeface="Arial"/>
              <a:cs typeface="Arial"/>
              <a:sym typeface="Arial"/>
            </a:endParaRPr>
          </a:p>
          <a:p>
            <a:pPr indent="-342900" lvl="0" marL="355600" marR="0" rtl="0" algn="l">
              <a:lnSpc>
                <a:spcPct val="100000"/>
              </a:lnSpc>
              <a:spcBef>
                <a:spcPts val="120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Như một sơ đồ cho nội dung thuyết trình.</a:t>
            </a:r>
            <a:endParaRPr b="0" i="0" sz="3200" u="none" cap="none" strike="noStrike">
              <a:solidFill>
                <a:schemeClr val="dk1"/>
              </a:solidFill>
              <a:latin typeface="Arial"/>
              <a:ea typeface="Arial"/>
              <a:cs typeface="Arial"/>
              <a:sym typeface="Arial"/>
            </a:endParaRPr>
          </a:p>
        </p:txBody>
      </p:sp>
      <p:sp>
        <p:nvSpPr>
          <p:cNvPr id="177" name="Google Shape;177;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2"/>
          <p:cNvSpPr txBox="1"/>
          <p:nvPr>
            <p:ph type="title"/>
          </p:nvPr>
        </p:nvSpPr>
        <p:spPr>
          <a:xfrm>
            <a:off x="2644901" y="102234"/>
            <a:ext cx="4081779"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File trình chiếu xấu ?</a:t>
            </a:r>
            <a:endParaRPr/>
          </a:p>
        </p:txBody>
      </p:sp>
      <p:sp>
        <p:nvSpPr>
          <p:cNvPr id="183" name="Google Shape;183;p42"/>
          <p:cNvSpPr txBox="1"/>
          <p:nvPr/>
        </p:nvSpPr>
        <p:spPr>
          <a:xfrm>
            <a:off x="612140" y="1392377"/>
            <a:ext cx="7973695" cy="4620895"/>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rgbClr val="FF9900"/>
                </a:solidFill>
                <a:latin typeface="Arial"/>
                <a:ea typeface="Arial"/>
                <a:cs typeface="Arial"/>
                <a:sym typeface="Arial"/>
              </a:rPr>
              <a:t>Quá nhiều </a:t>
            </a:r>
            <a:r>
              <a:rPr b="0" i="0" lang="en-US" sz="3200" u="sng" cap="none" strike="noStrike">
                <a:solidFill>
                  <a:srgbClr val="FF9900"/>
                </a:solidFill>
                <a:latin typeface="Arial"/>
                <a:ea typeface="Arial"/>
                <a:cs typeface="Arial"/>
                <a:sym typeface="Arial"/>
              </a:rPr>
              <a:t>màu</a:t>
            </a:r>
            <a:r>
              <a:rPr b="0" i="0" lang="en-US" sz="3200" u="none" cap="none" strike="noStrike">
                <a:solidFill>
                  <a:srgbClr val="FF9900"/>
                </a:solidFill>
                <a:latin typeface="Arial"/>
                <a:ea typeface="Arial"/>
                <a:cs typeface="Arial"/>
                <a:sym typeface="Arial"/>
              </a:rPr>
              <a:t> sắc</a:t>
            </a:r>
            <a:r>
              <a:rPr b="0" i="0" lang="en-US" sz="3200" u="none" cap="none" strike="noStrike">
                <a:solidFill>
                  <a:schemeClr val="dk1"/>
                </a:solidFill>
                <a:latin typeface="Arial"/>
                <a:ea typeface="Arial"/>
                <a:cs typeface="Arial"/>
                <a:sym typeface="Arial"/>
              </a:rPr>
              <a:t>, </a:t>
            </a:r>
            <a:r>
              <a:rPr b="0" i="0" lang="en-US" sz="3200" u="none" cap="none" strike="noStrike">
                <a:solidFill>
                  <a:srgbClr val="C0504D"/>
                </a:solidFill>
                <a:latin typeface="Arial"/>
                <a:ea typeface="Arial"/>
                <a:cs typeface="Arial"/>
                <a:sym typeface="Arial"/>
              </a:rPr>
              <a:t>font chữ</a:t>
            </a:r>
            <a:r>
              <a:rPr b="0" i="0" lang="en-US" sz="3200" u="none" cap="none" strike="noStrike">
                <a:solidFill>
                  <a:schemeClr val="dk1"/>
                </a:solidFill>
                <a:latin typeface="Arial"/>
                <a:ea typeface="Arial"/>
                <a:cs typeface="Arial"/>
                <a:sym typeface="Arial"/>
              </a:rPr>
              <a:t>, </a:t>
            </a:r>
            <a:r>
              <a:rPr b="0" i="0" lang="en-US" sz="3200" u="none" cap="none" strike="noStrike">
                <a:solidFill>
                  <a:srgbClr val="3399FF"/>
                </a:solidFill>
                <a:latin typeface="Arial"/>
                <a:ea typeface="Arial"/>
                <a:cs typeface="Arial"/>
                <a:sym typeface="Arial"/>
              </a:rPr>
              <a:t>kiểu dáng</a:t>
            </a:r>
            <a:endParaRPr b="0" i="0" sz="3200" u="none" cap="none" strike="noStrike">
              <a:solidFill>
                <a:schemeClr val="dk1"/>
              </a:solidFill>
              <a:latin typeface="Arial"/>
              <a:ea typeface="Arial"/>
              <a:cs typeface="Arial"/>
              <a:sym typeface="Arial"/>
            </a:endParaRPr>
          </a:p>
          <a:p>
            <a:pPr indent="0" lvl="0" marL="355600" marR="0" rtl="0" algn="l">
              <a:lnSpc>
                <a:spcPct val="100000"/>
              </a:lnSpc>
              <a:spcBef>
                <a:spcPts val="5"/>
              </a:spcBef>
              <a:spcAft>
                <a:spcPts val="0"/>
              </a:spcAft>
              <a:buClr>
                <a:srgbClr val="000000"/>
              </a:buClr>
              <a:buSzPts val="3200"/>
              <a:buFont typeface="Arial"/>
              <a:buNone/>
            </a:pPr>
            <a:r>
              <a:rPr b="0" i="0" lang="en-US" sz="3200" u="none" cap="none" strike="noStrike">
                <a:solidFill>
                  <a:srgbClr val="3399FF"/>
                </a:solidFill>
                <a:latin typeface="Noto Sans Symbols"/>
                <a:ea typeface="Noto Sans Symbols"/>
                <a:cs typeface="Noto Sans Symbols"/>
                <a:sym typeface="Noto Sans Symbols"/>
              </a:rPr>
              <a:t>→</a:t>
            </a:r>
            <a:r>
              <a:rPr b="0" i="0" lang="en-US" sz="3200" u="none" cap="none" strike="noStrike">
                <a:solidFill>
                  <a:srgbClr val="3399FF"/>
                </a:solidFill>
                <a:latin typeface="Times New Roman"/>
                <a:ea typeface="Times New Roman"/>
                <a:cs typeface="Times New Roman"/>
                <a:sym typeface="Times New Roman"/>
              </a:rPr>
              <a:t> </a:t>
            </a:r>
            <a:r>
              <a:rPr b="0" i="0" lang="en-US" sz="3200" u="none" cap="none" strike="noStrike">
                <a:solidFill>
                  <a:srgbClr val="339933"/>
                </a:solidFill>
                <a:latin typeface="Arial"/>
                <a:ea typeface="Arial"/>
                <a:cs typeface="Arial"/>
                <a:sym typeface="Arial"/>
              </a:rPr>
              <a:t>người nghe mất tập trung</a:t>
            </a:r>
            <a:endParaRPr b="0" i="0" sz="3200" u="none" cap="none" strike="noStrike">
              <a:solidFill>
                <a:schemeClr val="dk1"/>
              </a:solidFill>
              <a:latin typeface="Arial"/>
              <a:ea typeface="Arial"/>
              <a:cs typeface="Arial"/>
              <a:sym typeface="Arial"/>
            </a:endParaRPr>
          </a:p>
          <a:p>
            <a:pPr indent="-343535" lvl="0" marL="355600" marR="106045" rtl="0" algn="l">
              <a:lnSpc>
                <a:spcPct val="100000"/>
              </a:lnSpc>
              <a:spcBef>
                <a:spcPts val="60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Nhất là, trong trường hợp này chẳng hạn,  câu có cấu trúc quá dài và sử dụng thêm  quá nhiều bổ ngữ, định ngữ, vị ngữ và có  không ít hơn một chủ ngữ !!!</a:t>
            </a:r>
            <a:endParaRPr b="0" i="0" sz="1400" u="none" cap="none" strike="noStrike">
              <a:solidFill>
                <a:srgbClr val="000000"/>
              </a:solidFill>
              <a:latin typeface="Arial"/>
              <a:ea typeface="Arial"/>
              <a:cs typeface="Arial"/>
              <a:sym typeface="Arial"/>
            </a:endParaRPr>
          </a:p>
          <a:p>
            <a:pPr indent="-343535" lvl="0" marL="355600" marR="0" rtl="0" algn="l">
              <a:lnSpc>
                <a:spcPct val="100000"/>
              </a:lnSpc>
              <a:spcBef>
                <a:spcPts val="60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Sử dụng đến tận hàng cuối cùng của slide</a:t>
            </a:r>
            <a:endParaRPr b="0" i="0" sz="1400" u="none" cap="none" strike="noStrike">
              <a:solidFill>
                <a:srgbClr val="000000"/>
              </a:solidFill>
              <a:latin typeface="Arial"/>
              <a:ea typeface="Arial"/>
              <a:cs typeface="Arial"/>
              <a:sym typeface="Arial"/>
            </a:endParaRPr>
          </a:p>
          <a:p>
            <a:pPr indent="-343535" lvl="0" marL="355600" marR="0" rtl="0" algn="l">
              <a:lnSpc>
                <a:spcPct val="100000"/>
              </a:lnSpc>
              <a:spcBef>
                <a:spcPts val="635"/>
              </a:spcBef>
              <a:spcAft>
                <a:spcPts val="0"/>
              </a:spcAft>
              <a:buClr>
                <a:srgbClr val="3366FF"/>
              </a:buClr>
              <a:buSzPts val="2400"/>
              <a:buFont typeface="Noto Sans Symbols"/>
              <a:buChar char="▪"/>
            </a:pPr>
            <a:r>
              <a:rPr b="0" i="0" lang="en-US" sz="2400" u="none" cap="none" strike="noStrike">
                <a:solidFill>
                  <a:srgbClr val="FF0000"/>
                </a:solidFill>
                <a:latin typeface="Arial"/>
                <a:ea typeface="Arial"/>
                <a:cs typeface="Arial"/>
                <a:sym typeface="Arial"/>
              </a:rPr>
              <a:t>Chữ quá nhỏ</a:t>
            </a:r>
            <a:endParaRPr b="0" i="0" sz="2400" u="none" cap="none" strike="noStrike">
              <a:solidFill>
                <a:schemeClr val="dk1"/>
              </a:solidFill>
              <a:latin typeface="Arial"/>
              <a:ea typeface="Arial"/>
              <a:cs typeface="Arial"/>
              <a:sym typeface="Arial"/>
            </a:endParaRPr>
          </a:p>
          <a:p>
            <a:pPr indent="0" lvl="0" marL="469900" marR="0" rtl="0" algn="l">
              <a:lnSpc>
                <a:spcPct val="100000"/>
              </a:lnSpc>
              <a:spcBef>
                <a:spcPts val="735"/>
              </a:spcBef>
              <a:spcAft>
                <a:spcPts val="0"/>
              </a:spcAft>
              <a:buClr>
                <a:srgbClr val="000000"/>
              </a:buClr>
              <a:buSzPts val="3200"/>
              <a:buFont typeface="Arial"/>
              <a:buNone/>
            </a:pPr>
            <a:r>
              <a:rPr b="0" i="0" lang="en-US" sz="3200" u="none" cap="none" strike="noStrike">
                <a:solidFill>
                  <a:srgbClr val="FF0000"/>
                </a:solidFill>
                <a:latin typeface="Noto Sans Symbols"/>
                <a:ea typeface="Noto Sans Symbols"/>
                <a:cs typeface="Noto Sans Symbols"/>
                <a:sym typeface="Noto Sans Symbols"/>
              </a:rPr>
              <a:t>▪</a:t>
            </a:r>
            <a:endParaRPr b="0" i="0" sz="3200" u="none" cap="none" strike="noStrike">
              <a:solidFill>
                <a:schemeClr val="dk1"/>
              </a:solidFill>
              <a:latin typeface="Noto Sans Symbols"/>
              <a:ea typeface="Noto Sans Symbols"/>
              <a:cs typeface="Noto Sans Symbols"/>
              <a:sym typeface="Noto Sans Symbols"/>
            </a:endParaRPr>
          </a:p>
        </p:txBody>
      </p:sp>
      <p:sp>
        <p:nvSpPr>
          <p:cNvPr id="184" name="Google Shape;184;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3"/>
          <p:cNvSpPr txBox="1"/>
          <p:nvPr>
            <p:ph type="title"/>
          </p:nvPr>
        </p:nvSpPr>
        <p:spPr>
          <a:xfrm>
            <a:off x="2249804" y="102234"/>
            <a:ext cx="4879975"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Soạn thảo file trình chiếu</a:t>
            </a:r>
            <a:endParaRPr/>
          </a:p>
        </p:txBody>
      </p:sp>
      <p:sp>
        <p:nvSpPr>
          <p:cNvPr id="190" name="Google Shape;190;p43"/>
          <p:cNvSpPr txBox="1"/>
          <p:nvPr/>
        </p:nvSpPr>
        <p:spPr>
          <a:xfrm>
            <a:off x="612140" y="1443743"/>
            <a:ext cx="7731125" cy="2068195"/>
          </a:xfrm>
          <a:prstGeom prst="rect">
            <a:avLst/>
          </a:prstGeom>
          <a:noFill/>
          <a:ln>
            <a:noFill/>
          </a:ln>
        </p:spPr>
        <p:txBody>
          <a:bodyPr anchorCtr="0" anchor="t" bIns="0" lIns="0" spcFirstLastPara="1" rIns="0" wrap="square" tIns="114300">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Về thiết kế</a:t>
            </a:r>
            <a:endParaRPr b="0" i="0" sz="1400" u="none" cap="none" strike="noStrike">
              <a:solidFill>
                <a:srgbClr val="000000"/>
              </a:solidFill>
              <a:latin typeface="Arial"/>
              <a:ea typeface="Arial"/>
              <a:cs typeface="Arial"/>
              <a:sym typeface="Arial"/>
            </a:endParaRPr>
          </a:p>
          <a:p>
            <a:pPr indent="-287019" lvl="1" marL="756285" marR="508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Chọn màu nền tối, chữ sáng hoặc ngược lại  để đảm bảo sự tương phản tối đa.</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Tránh dùng hiệu ứng bóng mờ.</a:t>
            </a:r>
            <a:endParaRPr b="0" i="0" sz="2800" u="none" cap="none" strike="noStrike">
              <a:solidFill>
                <a:schemeClr val="dk1"/>
              </a:solidFill>
              <a:latin typeface="Arial"/>
              <a:ea typeface="Arial"/>
              <a:cs typeface="Arial"/>
              <a:sym typeface="Arial"/>
            </a:endParaRPr>
          </a:p>
        </p:txBody>
      </p:sp>
      <p:sp>
        <p:nvSpPr>
          <p:cNvPr id="191" name="Google Shape;191;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4"/>
          <p:cNvSpPr txBox="1"/>
          <p:nvPr>
            <p:ph type="title"/>
          </p:nvPr>
        </p:nvSpPr>
        <p:spPr>
          <a:xfrm>
            <a:off x="2135504" y="73863"/>
            <a:ext cx="4876165" cy="51435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SzPts val="1400"/>
              <a:buNone/>
            </a:pPr>
            <a:r>
              <a:rPr lang="en-US"/>
              <a:t>Soạn thảo file trình chiếu</a:t>
            </a:r>
            <a:endParaRPr/>
          </a:p>
        </p:txBody>
      </p:sp>
      <p:sp>
        <p:nvSpPr>
          <p:cNvPr id="197" name="Google Shape;197;p44"/>
          <p:cNvSpPr txBox="1"/>
          <p:nvPr/>
        </p:nvSpPr>
        <p:spPr>
          <a:xfrm>
            <a:off x="535940" y="1084090"/>
            <a:ext cx="7692390" cy="4725670"/>
          </a:xfrm>
          <a:prstGeom prst="rect">
            <a:avLst/>
          </a:prstGeom>
          <a:noFill/>
          <a:ln>
            <a:noFill/>
          </a:ln>
        </p:spPr>
        <p:txBody>
          <a:bodyPr anchorCtr="0" anchor="t" bIns="0" lIns="0" spcFirstLastPara="1" rIns="0" wrap="square" tIns="120650">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Chữ</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475"/>
              </a:spcBef>
              <a:spcAft>
                <a:spcPts val="0"/>
              </a:spcAft>
              <a:buClr>
                <a:srgbClr val="FF0000"/>
              </a:buClr>
              <a:buSzPts val="1800"/>
              <a:buFont typeface="Noto Sans Symbols"/>
              <a:buChar char="▪"/>
            </a:pPr>
            <a:r>
              <a:rPr b="0" i="0" lang="en-US" sz="1800" u="none" cap="none" strike="noStrike">
                <a:solidFill>
                  <a:schemeClr val="dk1"/>
                </a:solidFill>
                <a:latin typeface="Arial"/>
                <a:ea typeface="Arial"/>
                <a:cs typeface="Arial"/>
                <a:sym typeface="Arial"/>
              </a:rPr>
              <a:t>Đủ lớn, nhỏ nhất là 18pt</a:t>
            </a:r>
            <a:endParaRPr b="0" i="0" sz="1800" u="none" cap="none" strike="noStrike">
              <a:solidFill>
                <a:schemeClr val="dk1"/>
              </a:solidFill>
              <a:latin typeface="Arial"/>
              <a:ea typeface="Arial"/>
              <a:cs typeface="Arial"/>
              <a:sym typeface="Arial"/>
            </a:endParaRPr>
          </a:p>
          <a:p>
            <a:pPr indent="-287019" lvl="1" marL="756285" marR="0" rtl="0" algn="l">
              <a:lnSpc>
                <a:spcPct val="100000"/>
              </a:lnSpc>
              <a:spcBef>
                <a:spcPts val="66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font ưa thích: Arial, Helvetica, </a:t>
            </a:r>
            <a:r>
              <a:rPr b="0" i="0" lang="en-US" sz="2800" u="none" cap="none" strike="noStrike">
                <a:solidFill>
                  <a:schemeClr val="dk1"/>
                </a:solidFill>
                <a:latin typeface="Verdana"/>
                <a:ea typeface="Verdana"/>
                <a:cs typeface="Verdana"/>
                <a:sym typeface="Verdana"/>
              </a:rPr>
              <a:t>Verdana</a:t>
            </a:r>
            <a:r>
              <a:rPr b="0" i="0" lang="en-US" sz="2800" u="none" cap="none" strike="noStrike">
                <a:solidFill>
                  <a:schemeClr val="dk1"/>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287019" lvl="1" marL="756285" marR="5080" rtl="0" algn="l">
              <a:lnSpc>
                <a:spcPct val="100000"/>
              </a:lnSpc>
              <a:spcBef>
                <a:spcPts val="66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tránh: font chữ lạ, quá nhiều font, tất cả chữ  hoa</a:t>
            </a:r>
            <a:endParaRPr b="0" i="0" sz="2800" u="none" cap="none" strike="noStrike">
              <a:solidFill>
                <a:schemeClr val="dk1"/>
              </a:solidFill>
              <a:latin typeface="Arial"/>
              <a:ea typeface="Arial"/>
              <a:cs typeface="Arial"/>
              <a:sym typeface="Arial"/>
            </a:endParaRPr>
          </a:p>
          <a:p>
            <a:pPr indent="-287019" lvl="1" marL="756285" marR="37465" rtl="0" algn="l">
              <a:lnSpc>
                <a:spcPct val="100000"/>
              </a:lnSpc>
              <a:spcBef>
                <a:spcPts val="67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tiêu đề &gt;= 32 point; đầu mục lớn = 32 point;  các mục còn lại &lt;=28 point</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Cỡ chữ chuẩn hóa:</a:t>
            </a:r>
            <a:endParaRPr b="0" i="0" sz="2800" u="none" cap="none" strike="noStrike">
              <a:solidFill>
                <a:schemeClr val="dk1"/>
              </a:solidFill>
              <a:latin typeface="Arial"/>
              <a:ea typeface="Arial"/>
              <a:cs typeface="Arial"/>
              <a:sym typeface="Arial"/>
            </a:endParaRPr>
          </a:p>
          <a:p>
            <a:pPr indent="0" lvl="0" marL="469900" marR="0" rtl="0" algn="l">
              <a:lnSpc>
                <a:spcPct val="100000"/>
              </a:lnSpc>
              <a:spcBef>
                <a:spcPts val="110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16pt	</a:t>
            </a:r>
            <a:r>
              <a:rPr b="0" i="0" lang="en-US" sz="1800" u="none" cap="none" strike="noStrike">
                <a:solidFill>
                  <a:schemeClr val="dk1"/>
                </a:solidFill>
                <a:latin typeface="Arial"/>
                <a:ea typeface="Arial"/>
                <a:cs typeface="Arial"/>
                <a:sym typeface="Arial"/>
              </a:rPr>
              <a:t>18pt	</a:t>
            </a:r>
            <a:r>
              <a:rPr b="0" i="0" lang="en-US" sz="2000" u="none" cap="none" strike="noStrike">
                <a:solidFill>
                  <a:schemeClr val="dk1"/>
                </a:solidFill>
                <a:latin typeface="Arial"/>
                <a:ea typeface="Arial"/>
                <a:cs typeface="Arial"/>
                <a:sym typeface="Arial"/>
              </a:rPr>
              <a:t>20pt </a:t>
            </a:r>
            <a:r>
              <a:rPr b="0" i="0" lang="en-US" sz="2400" u="none" cap="none" strike="noStrike">
                <a:solidFill>
                  <a:schemeClr val="dk1"/>
                </a:solidFill>
                <a:latin typeface="Arial"/>
                <a:ea typeface="Arial"/>
                <a:cs typeface="Arial"/>
                <a:sym typeface="Arial"/>
              </a:rPr>
              <a:t>24pt	</a:t>
            </a:r>
            <a:r>
              <a:rPr b="0" i="0" lang="en-US" sz="2800" u="none" cap="none" strike="noStrike">
                <a:solidFill>
                  <a:schemeClr val="dk1"/>
                </a:solidFill>
                <a:latin typeface="Arial"/>
                <a:ea typeface="Arial"/>
                <a:cs typeface="Arial"/>
                <a:sym typeface="Arial"/>
              </a:rPr>
              <a:t>28pt </a:t>
            </a:r>
            <a:r>
              <a:rPr b="0" i="0" lang="en-US" sz="3200" u="none" cap="none" strike="noStrike">
                <a:solidFill>
                  <a:schemeClr val="dk1"/>
                </a:solidFill>
                <a:latin typeface="Arial"/>
                <a:ea typeface="Arial"/>
                <a:cs typeface="Arial"/>
                <a:sym typeface="Arial"/>
              </a:rPr>
              <a:t>32pt </a:t>
            </a:r>
            <a:r>
              <a:rPr b="0" i="0" lang="en-US" sz="3600" u="none" cap="none" strike="noStrike">
                <a:solidFill>
                  <a:schemeClr val="dk1"/>
                </a:solidFill>
                <a:latin typeface="Arial"/>
                <a:ea typeface="Arial"/>
                <a:cs typeface="Arial"/>
                <a:sym typeface="Arial"/>
              </a:rPr>
              <a:t>36pt </a:t>
            </a:r>
            <a:r>
              <a:rPr b="0" i="0" lang="en-US" sz="4800" u="none" cap="none" strike="noStrike">
                <a:solidFill>
                  <a:schemeClr val="dk1"/>
                </a:solidFill>
                <a:latin typeface="Arial"/>
                <a:ea typeface="Arial"/>
                <a:cs typeface="Arial"/>
                <a:sym typeface="Arial"/>
              </a:rPr>
              <a:t>48pt</a:t>
            </a:r>
            <a:endParaRPr b="0" i="0" sz="4800" u="none" cap="none" strike="noStrike">
              <a:solidFill>
                <a:schemeClr val="dk1"/>
              </a:solidFill>
              <a:latin typeface="Arial"/>
              <a:ea typeface="Arial"/>
              <a:cs typeface="Arial"/>
              <a:sym typeface="Arial"/>
            </a:endParaRPr>
          </a:p>
        </p:txBody>
      </p:sp>
      <p:sp>
        <p:nvSpPr>
          <p:cNvPr id="198" name="Google Shape;198;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5"/>
          <p:cNvSpPr txBox="1"/>
          <p:nvPr>
            <p:ph type="title"/>
          </p:nvPr>
        </p:nvSpPr>
        <p:spPr>
          <a:xfrm>
            <a:off x="2249804" y="102234"/>
            <a:ext cx="4879975"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Soạn thảo file trình chiếu</a:t>
            </a:r>
            <a:endParaRPr/>
          </a:p>
        </p:txBody>
      </p:sp>
      <p:sp>
        <p:nvSpPr>
          <p:cNvPr id="204" name="Google Shape;204;p45"/>
          <p:cNvSpPr txBox="1"/>
          <p:nvPr/>
        </p:nvSpPr>
        <p:spPr>
          <a:xfrm>
            <a:off x="612140" y="1063925"/>
            <a:ext cx="7884159" cy="2579370"/>
          </a:xfrm>
          <a:prstGeom prst="rect">
            <a:avLst/>
          </a:prstGeom>
          <a:noFill/>
          <a:ln>
            <a:noFill/>
          </a:ln>
        </p:spPr>
        <p:txBody>
          <a:bodyPr anchorCtr="0" anchor="t" bIns="0" lIns="0" spcFirstLastPara="1" rIns="0" wrap="square" tIns="11302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Sử dụng hình vẽ minh họa</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Một hình vẽ &gt;&gt;&gt; 1000 từ</a:t>
            </a:r>
            <a:endParaRPr b="0" i="0" sz="2800" u="none" cap="none" strike="noStrike">
              <a:solidFill>
                <a:schemeClr val="dk1"/>
              </a:solidFill>
              <a:latin typeface="Arial"/>
              <a:ea typeface="Arial"/>
              <a:cs typeface="Arial"/>
              <a:sym typeface="Arial"/>
            </a:endParaRPr>
          </a:p>
          <a:p>
            <a:pPr indent="-287019" lvl="1" marL="756285" marR="508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Tránh hình vẽ rườm rà, ba chiều, các cỡ chữ  đặc biệt</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Mỗi phần tử nhỏ nhất: phải có ý nghĩa</a:t>
            </a:r>
            <a:endParaRPr b="0" i="0" sz="2800" u="none" cap="none" strike="noStrike">
              <a:solidFill>
                <a:schemeClr val="dk1"/>
              </a:solidFill>
              <a:latin typeface="Arial"/>
              <a:ea typeface="Arial"/>
              <a:cs typeface="Arial"/>
              <a:sym typeface="Arial"/>
            </a:endParaRPr>
          </a:p>
        </p:txBody>
      </p:sp>
      <p:sp>
        <p:nvSpPr>
          <p:cNvPr id="205" name="Google Shape;205;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6"/>
          <p:cNvSpPr txBox="1"/>
          <p:nvPr>
            <p:ph type="title"/>
          </p:nvPr>
        </p:nvSpPr>
        <p:spPr>
          <a:xfrm>
            <a:off x="2249804" y="102234"/>
            <a:ext cx="4879975"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Soạn thảo file trình chiếu</a:t>
            </a:r>
            <a:endParaRPr/>
          </a:p>
        </p:txBody>
      </p:sp>
      <p:sp>
        <p:nvSpPr>
          <p:cNvPr id="211" name="Google Shape;211;p46"/>
          <p:cNvSpPr txBox="1"/>
          <p:nvPr/>
        </p:nvSpPr>
        <p:spPr>
          <a:xfrm>
            <a:off x="612140" y="898893"/>
            <a:ext cx="7193915" cy="3174365"/>
          </a:xfrm>
          <a:prstGeom prst="rect">
            <a:avLst/>
          </a:prstGeom>
          <a:noFill/>
          <a:ln>
            <a:noFill/>
          </a:ln>
        </p:spPr>
        <p:txBody>
          <a:bodyPr anchorCtr="0" anchor="t" bIns="0" lIns="0" spcFirstLastPara="1" rIns="0" wrap="square" tIns="27812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Về văn bản</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182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Một chủ đề được trình bày trên một slide</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180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Tiêu đề mỗi slide cần được nổi bật</a:t>
            </a:r>
            <a:endParaRPr b="0" i="0" sz="2800" u="none" cap="none" strike="noStrike">
              <a:solidFill>
                <a:schemeClr val="dk1"/>
              </a:solidFill>
              <a:latin typeface="Arial"/>
              <a:ea typeface="Arial"/>
              <a:cs typeface="Arial"/>
              <a:sym typeface="Arial"/>
            </a:endParaRPr>
          </a:p>
          <a:p>
            <a:pPr indent="-287019" lvl="1" marL="756285" marR="93980" rtl="0" algn="l">
              <a:lnSpc>
                <a:spcPct val="100000"/>
              </a:lnSpc>
              <a:spcBef>
                <a:spcPts val="180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Mỗi slide không nên trình bày nhiều chữ  (khoảng 5 – 7 dòng )</a:t>
            </a:r>
            <a:endParaRPr b="0" i="0" sz="2800" u="none" cap="none" strike="noStrike">
              <a:solidFill>
                <a:schemeClr val="dk1"/>
              </a:solidFill>
              <a:latin typeface="Arial"/>
              <a:ea typeface="Arial"/>
              <a:cs typeface="Arial"/>
              <a:sym typeface="Arial"/>
            </a:endParaRPr>
          </a:p>
        </p:txBody>
      </p:sp>
      <p:sp>
        <p:nvSpPr>
          <p:cNvPr id="212" name="Google Shape;212;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7"/>
          <p:cNvSpPr txBox="1"/>
          <p:nvPr>
            <p:ph type="title"/>
          </p:nvPr>
        </p:nvSpPr>
        <p:spPr>
          <a:xfrm>
            <a:off x="2249804" y="102234"/>
            <a:ext cx="4879975"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Soạn thảo file trình chiếu</a:t>
            </a:r>
            <a:endParaRPr/>
          </a:p>
        </p:txBody>
      </p:sp>
      <p:sp>
        <p:nvSpPr>
          <p:cNvPr id="218" name="Google Shape;218;p47"/>
          <p:cNvSpPr txBox="1"/>
          <p:nvPr/>
        </p:nvSpPr>
        <p:spPr>
          <a:xfrm>
            <a:off x="609600" y="1066800"/>
            <a:ext cx="7848600" cy="3574055"/>
          </a:xfrm>
          <a:prstGeom prst="rect">
            <a:avLst/>
          </a:prstGeom>
          <a:noFill/>
          <a:ln>
            <a:noFill/>
          </a:ln>
        </p:spPr>
        <p:txBody>
          <a:bodyPr anchorCtr="0" anchor="t" bIns="0" lIns="0" spcFirstLastPara="1" rIns="0" wrap="square" tIns="140950">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Về nội dung</a:t>
            </a:r>
            <a:endParaRPr b="0" i="0" sz="3200" u="none" cap="none" strike="noStrike">
              <a:solidFill>
                <a:schemeClr val="dk1"/>
              </a:solidFill>
              <a:latin typeface="Arial"/>
              <a:ea typeface="Arial"/>
              <a:cs typeface="Arial"/>
              <a:sym typeface="Arial"/>
            </a:endParaRPr>
          </a:p>
          <a:p>
            <a:pPr indent="-287019" lvl="1" marL="756285" marR="5080" rtl="0" algn="l">
              <a:lnSpc>
                <a:spcPct val="108214"/>
              </a:lnSpc>
              <a:spcBef>
                <a:spcPts val="125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Nên có slide giới thiệu qua toàn bộ nội dung  của báo cáo</a:t>
            </a:r>
            <a:endParaRPr b="0" i="0" sz="2800" u="none" cap="none" strike="noStrike">
              <a:solidFill>
                <a:schemeClr val="dk1"/>
              </a:solidFill>
              <a:latin typeface="Arial"/>
              <a:ea typeface="Arial"/>
              <a:cs typeface="Arial"/>
              <a:sym typeface="Arial"/>
            </a:endParaRPr>
          </a:p>
          <a:p>
            <a:pPr indent="-287019" lvl="1" marL="756285" marR="635635" rtl="0" algn="l">
              <a:lnSpc>
                <a:spcPct val="107857"/>
              </a:lnSpc>
              <a:spcBef>
                <a:spcPts val="120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Bố cục các phần không quá dài hay quá  ngắn</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82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Nội dung vắn tắt nhưng rõ ràng</a:t>
            </a:r>
            <a:endParaRPr b="0" i="0" sz="1400" u="none" cap="none" strike="noStrike">
              <a:solidFill>
                <a:srgbClr val="000000"/>
              </a:solidFill>
              <a:latin typeface="Arial"/>
              <a:ea typeface="Arial"/>
              <a:cs typeface="Arial"/>
              <a:sym typeface="Arial"/>
            </a:endParaRPr>
          </a:p>
          <a:p>
            <a:pPr indent="-287019" lvl="1" marL="756285" marR="0" rtl="0" algn="l">
              <a:lnSpc>
                <a:spcPct val="100000"/>
              </a:lnSpc>
              <a:spcBef>
                <a:spcPts val="86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Nên sử dụng các ví dụ minh họa</a:t>
            </a:r>
            <a:endParaRPr b="0" i="0" sz="2800" u="none" cap="none" strike="noStrike">
              <a:solidFill>
                <a:schemeClr val="dk1"/>
              </a:solidFill>
              <a:latin typeface="Arial"/>
              <a:ea typeface="Arial"/>
              <a:cs typeface="Arial"/>
              <a:sym typeface="Arial"/>
            </a:endParaRPr>
          </a:p>
        </p:txBody>
      </p:sp>
      <p:sp>
        <p:nvSpPr>
          <p:cNvPr id="219" name="Google Shape;21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8"/>
          <p:cNvSpPr txBox="1"/>
          <p:nvPr>
            <p:ph type="title"/>
          </p:nvPr>
        </p:nvSpPr>
        <p:spPr>
          <a:xfrm>
            <a:off x="2160270" y="102234"/>
            <a:ext cx="505079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Bố cục bài thuyết trình tốt</a:t>
            </a:r>
            <a:endParaRPr/>
          </a:p>
        </p:txBody>
      </p:sp>
      <p:sp>
        <p:nvSpPr>
          <p:cNvPr id="225" name="Google Shape;225;p48"/>
          <p:cNvSpPr txBox="1"/>
          <p:nvPr/>
        </p:nvSpPr>
        <p:spPr>
          <a:xfrm>
            <a:off x="612140" y="1367543"/>
            <a:ext cx="7552690" cy="2739390"/>
          </a:xfrm>
          <a:prstGeom prst="rect">
            <a:avLst/>
          </a:prstGeom>
          <a:noFill/>
          <a:ln>
            <a:noFill/>
          </a:ln>
        </p:spPr>
        <p:txBody>
          <a:bodyPr anchorCtr="0" anchor="t" bIns="0" lIns="0" spcFirstLastPara="1" rIns="0" wrap="square" tIns="114300">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1" i="0" lang="en-US" sz="3200" u="none" cap="none" strike="noStrike">
                <a:solidFill>
                  <a:schemeClr val="dk1"/>
                </a:solidFill>
                <a:latin typeface="Arial"/>
                <a:ea typeface="Arial"/>
                <a:cs typeface="Arial"/>
                <a:sym typeface="Arial"/>
              </a:rPr>
              <a:t>Bước 1 - Mở đầu: </a:t>
            </a:r>
            <a:r>
              <a:rPr b="0" i="0" lang="en-US" sz="3200" u="none" cap="none" strike="noStrike">
                <a:solidFill>
                  <a:schemeClr val="dk1"/>
                </a:solidFill>
                <a:latin typeface="Arial"/>
                <a:ea typeface="Arial"/>
                <a:cs typeface="Arial"/>
                <a:sym typeface="Arial"/>
              </a:rPr>
              <a:t>Giới thiệu tổng quan</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Chưa tập trung vào trình tự</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67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Nói rõ bạn sẽ trình bày về vấn đề gì</a:t>
            </a:r>
            <a:endParaRPr b="0" i="0" sz="2800" u="none" cap="none" strike="noStrike">
              <a:solidFill>
                <a:schemeClr val="dk1"/>
              </a:solidFill>
              <a:latin typeface="Arial"/>
              <a:ea typeface="Arial"/>
              <a:cs typeface="Arial"/>
              <a:sym typeface="Arial"/>
            </a:endParaRPr>
          </a:p>
          <a:p>
            <a:pPr indent="-343535" lvl="0" marL="355600" marR="0" rtl="0" algn="l">
              <a:lnSpc>
                <a:spcPct val="100000"/>
              </a:lnSpc>
              <a:spcBef>
                <a:spcPts val="750"/>
              </a:spcBef>
              <a:spcAft>
                <a:spcPts val="0"/>
              </a:spcAft>
              <a:buClr>
                <a:srgbClr val="3366FF"/>
              </a:buClr>
              <a:buSzPts val="3200"/>
              <a:buFont typeface="Noto Sans Symbols"/>
              <a:buChar char="▪"/>
            </a:pPr>
            <a:r>
              <a:rPr b="1" i="0" lang="en-US" sz="3200" u="none" cap="none" strike="noStrike">
                <a:solidFill>
                  <a:schemeClr val="dk1"/>
                </a:solidFill>
                <a:latin typeface="Arial"/>
                <a:ea typeface="Arial"/>
                <a:cs typeface="Arial"/>
                <a:sym typeface="Arial"/>
              </a:rPr>
              <a:t>Bước 2 - Mục đích</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Nêu rõ mục đích của bài thuyết trình</a:t>
            </a:r>
            <a:endParaRPr b="0" i="0" sz="2800" u="none" cap="none" strike="noStrike">
              <a:solidFill>
                <a:schemeClr val="dk1"/>
              </a:solidFill>
              <a:latin typeface="Arial"/>
              <a:ea typeface="Arial"/>
              <a:cs typeface="Arial"/>
              <a:sym typeface="Arial"/>
            </a:endParaRPr>
          </a:p>
        </p:txBody>
      </p:sp>
      <p:sp>
        <p:nvSpPr>
          <p:cNvPr id="226" name="Google Shape;226;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9"/>
          <p:cNvSpPr txBox="1"/>
          <p:nvPr>
            <p:ph type="title"/>
          </p:nvPr>
        </p:nvSpPr>
        <p:spPr>
          <a:xfrm>
            <a:off x="2160270" y="102234"/>
            <a:ext cx="505079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Bố cục bài thuyết trình tốt</a:t>
            </a:r>
            <a:endParaRPr/>
          </a:p>
        </p:txBody>
      </p:sp>
      <p:sp>
        <p:nvSpPr>
          <p:cNvPr id="232" name="Google Shape;232;p49"/>
          <p:cNvSpPr txBox="1"/>
          <p:nvPr/>
        </p:nvSpPr>
        <p:spPr>
          <a:xfrm>
            <a:off x="505142" y="1143000"/>
            <a:ext cx="8361045" cy="4892675"/>
          </a:xfrm>
          <a:prstGeom prst="rect">
            <a:avLst/>
          </a:prstGeom>
          <a:noFill/>
          <a:ln>
            <a:noFill/>
          </a:ln>
        </p:spPr>
        <p:txBody>
          <a:bodyPr anchorCtr="0" anchor="t" bIns="0" lIns="0" spcFirstLastPara="1" rIns="0" wrap="square" tIns="12050">
            <a:spAutoFit/>
          </a:bodyPr>
          <a:lstStyle/>
          <a:p>
            <a:pPr indent="-343535" lvl="0" marL="355600" marR="1236345" rtl="0" algn="l">
              <a:lnSpc>
                <a:spcPct val="100000"/>
              </a:lnSpc>
              <a:spcBef>
                <a:spcPts val="0"/>
              </a:spcBef>
              <a:spcAft>
                <a:spcPts val="0"/>
              </a:spcAft>
              <a:buClr>
                <a:srgbClr val="3366FF"/>
              </a:buClr>
              <a:buSzPts val="2800"/>
              <a:buFont typeface="Noto Sans Symbols"/>
              <a:buChar char="▪"/>
            </a:pPr>
            <a:r>
              <a:rPr b="1" i="0" lang="en-US" sz="2800" u="none" cap="none" strike="noStrike">
                <a:solidFill>
                  <a:schemeClr val="dk1"/>
                </a:solidFill>
                <a:latin typeface="Arial"/>
                <a:ea typeface="Arial"/>
                <a:cs typeface="Arial"/>
                <a:sym typeface="Arial"/>
              </a:rPr>
              <a:t>Bước 3 - Nội dung: </a:t>
            </a:r>
            <a:r>
              <a:rPr b="0" i="0" lang="en-US" sz="2800" u="none" cap="none" strike="noStrike">
                <a:solidFill>
                  <a:schemeClr val="dk1"/>
                </a:solidFill>
                <a:latin typeface="Arial"/>
                <a:ea typeface="Arial"/>
                <a:cs typeface="Arial"/>
                <a:sym typeface="Arial"/>
              </a:rPr>
              <a:t>sử dụng sáng tạo các  phương pháp để trình bày theo:</a:t>
            </a:r>
            <a:endParaRPr b="0" i="0" sz="1400" u="none" cap="none" strike="noStrike">
              <a:solidFill>
                <a:srgbClr val="000000"/>
              </a:solidFill>
              <a:latin typeface="Arial"/>
              <a:ea typeface="Arial"/>
              <a:cs typeface="Arial"/>
              <a:sym typeface="Arial"/>
            </a:endParaRPr>
          </a:p>
          <a:p>
            <a:pPr indent="-287019" lvl="1" marL="756285" marR="0" rtl="0" algn="l">
              <a:lnSpc>
                <a:spcPct val="100000"/>
              </a:lnSpc>
              <a:spcBef>
                <a:spcPts val="595"/>
              </a:spcBef>
              <a:spcAft>
                <a:spcPts val="0"/>
              </a:spcAft>
              <a:buClr>
                <a:srgbClr val="FF0000"/>
              </a:buClr>
              <a:buSzPts val="2400"/>
              <a:buFont typeface="Noto Sans Symbols"/>
              <a:buChar char="▪"/>
            </a:pPr>
            <a:r>
              <a:rPr b="0" i="0" lang="en-US" sz="2400" u="none" cap="none" strike="noStrike">
                <a:solidFill>
                  <a:schemeClr val="dk1"/>
                </a:solidFill>
                <a:latin typeface="Arial"/>
                <a:ea typeface="Arial"/>
                <a:cs typeface="Arial"/>
                <a:sym typeface="Arial"/>
              </a:rPr>
              <a:t>logic</a:t>
            </a:r>
            <a:endParaRPr b="0" i="0" sz="2400" u="none" cap="none" strike="noStrike">
              <a:solidFill>
                <a:schemeClr val="dk1"/>
              </a:solidFill>
              <a:latin typeface="Arial"/>
              <a:ea typeface="Arial"/>
              <a:cs typeface="Arial"/>
              <a:sym typeface="Arial"/>
            </a:endParaRPr>
          </a:p>
          <a:p>
            <a:pPr indent="-287019" lvl="1" marL="756285" marR="0" rtl="0" algn="l">
              <a:lnSpc>
                <a:spcPct val="100000"/>
              </a:lnSpc>
              <a:spcBef>
                <a:spcPts val="575"/>
              </a:spcBef>
              <a:spcAft>
                <a:spcPts val="0"/>
              </a:spcAft>
              <a:buClr>
                <a:srgbClr val="FF0000"/>
              </a:buClr>
              <a:buSzPts val="2400"/>
              <a:buFont typeface="Noto Sans Symbols"/>
              <a:buChar char="▪"/>
            </a:pPr>
            <a:r>
              <a:rPr b="0" i="0" lang="en-US" sz="2400" u="none" cap="none" strike="noStrike">
                <a:solidFill>
                  <a:schemeClr val="dk1"/>
                </a:solidFill>
                <a:latin typeface="Arial"/>
                <a:ea typeface="Arial"/>
                <a:cs typeface="Arial"/>
                <a:sym typeface="Arial"/>
              </a:rPr>
              <a:t>theo thứ tự thời gian</a:t>
            </a:r>
            <a:endParaRPr b="0" i="0" sz="2400" u="none" cap="none" strike="noStrike">
              <a:solidFill>
                <a:schemeClr val="dk1"/>
              </a:solidFill>
              <a:latin typeface="Arial"/>
              <a:ea typeface="Arial"/>
              <a:cs typeface="Arial"/>
              <a:sym typeface="Arial"/>
            </a:endParaRPr>
          </a:p>
          <a:p>
            <a:pPr indent="-287019" lvl="1" marL="756285" marR="0" rtl="0" algn="l">
              <a:lnSpc>
                <a:spcPct val="100000"/>
              </a:lnSpc>
              <a:spcBef>
                <a:spcPts val="575"/>
              </a:spcBef>
              <a:spcAft>
                <a:spcPts val="0"/>
              </a:spcAft>
              <a:buClr>
                <a:srgbClr val="FF0000"/>
              </a:buClr>
              <a:buSzPts val="2400"/>
              <a:buFont typeface="Noto Sans Symbols"/>
              <a:buChar char="▪"/>
            </a:pPr>
            <a:r>
              <a:rPr b="0" i="0" lang="en-US" sz="2400" u="none" cap="none" strike="noStrike">
                <a:solidFill>
                  <a:schemeClr val="dk1"/>
                </a:solidFill>
                <a:latin typeface="Arial"/>
                <a:ea typeface="Arial"/>
                <a:cs typeface="Arial"/>
                <a:sym typeface="Arial"/>
              </a:rPr>
              <a:t>từ tổng thể tới cụ thể</a:t>
            </a:r>
            <a:endParaRPr b="0" i="0" sz="2400" u="none" cap="none" strike="noStrike">
              <a:solidFill>
                <a:schemeClr val="dk1"/>
              </a:solidFill>
              <a:latin typeface="Arial"/>
              <a:ea typeface="Arial"/>
              <a:cs typeface="Arial"/>
              <a:sym typeface="Arial"/>
            </a:endParaRPr>
          </a:p>
          <a:p>
            <a:pPr indent="-287019" lvl="1" marL="756285" marR="0" rtl="0" algn="l">
              <a:lnSpc>
                <a:spcPct val="100000"/>
              </a:lnSpc>
              <a:spcBef>
                <a:spcPts val="580"/>
              </a:spcBef>
              <a:spcAft>
                <a:spcPts val="0"/>
              </a:spcAft>
              <a:buClr>
                <a:srgbClr val="FF0000"/>
              </a:buClr>
              <a:buSzPts val="2400"/>
              <a:buFont typeface="Noto Sans Symbols"/>
              <a:buChar char="▪"/>
            </a:pPr>
            <a:r>
              <a:rPr b="0" i="0" lang="en-US" sz="2400" u="none" cap="none" strike="noStrike">
                <a:solidFill>
                  <a:schemeClr val="dk1"/>
                </a:solidFill>
                <a:latin typeface="Arial"/>
                <a:ea typeface="Arial"/>
                <a:cs typeface="Arial"/>
                <a:sym typeface="Arial"/>
              </a:rPr>
              <a:t>từ điều đã biết đến cái chưa biết</a:t>
            </a:r>
            <a:endParaRPr b="0" i="0" sz="2400" u="none" cap="none" strike="noStrike">
              <a:solidFill>
                <a:schemeClr val="dk1"/>
              </a:solidFill>
              <a:latin typeface="Arial"/>
              <a:ea typeface="Arial"/>
              <a:cs typeface="Arial"/>
              <a:sym typeface="Arial"/>
            </a:endParaRPr>
          </a:p>
          <a:p>
            <a:pPr indent="-287019" lvl="1" marL="756285" marR="0" rtl="0" algn="l">
              <a:lnSpc>
                <a:spcPct val="100000"/>
              </a:lnSpc>
              <a:spcBef>
                <a:spcPts val="575"/>
              </a:spcBef>
              <a:spcAft>
                <a:spcPts val="0"/>
              </a:spcAft>
              <a:buClr>
                <a:srgbClr val="FF0000"/>
              </a:buClr>
              <a:buSzPts val="2400"/>
              <a:buFont typeface="Noto Sans Symbols"/>
              <a:buChar char="▪"/>
            </a:pPr>
            <a:r>
              <a:rPr b="0" i="0" lang="en-US" sz="2400" u="none" cap="none" strike="noStrike">
                <a:solidFill>
                  <a:schemeClr val="dk1"/>
                </a:solidFill>
                <a:latin typeface="Arial"/>
                <a:ea typeface="Arial"/>
                <a:cs typeface="Arial"/>
                <a:sym typeface="Arial"/>
              </a:rPr>
              <a:t>từ những điều đã được chấp nhận tới những mâu thuẫn</a:t>
            </a:r>
            <a:endParaRPr b="0" i="0" sz="2400" u="none" cap="none" strike="noStrike">
              <a:solidFill>
                <a:schemeClr val="dk1"/>
              </a:solidFill>
              <a:latin typeface="Arial"/>
              <a:ea typeface="Arial"/>
              <a:cs typeface="Arial"/>
              <a:sym typeface="Arial"/>
            </a:endParaRPr>
          </a:p>
          <a:p>
            <a:pPr indent="-343535" lvl="0" marL="355600" marR="123189" rtl="0" algn="l">
              <a:lnSpc>
                <a:spcPct val="100000"/>
              </a:lnSpc>
              <a:spcBef>
                <a:spcPts val="655"/>
              </a:spcBef>
              <a:spcAft>
                <a:spcPts val="0"/>
              </a:spcAft>
              <a:buClr>
                <a:srgbClr val="3366FF"/>
              </a:buClr>
              <a:buSzPts val="2800"/>
              <a:buFont typeface="Noto Sans Symbols"/>
              <a:buChar char="▪"/>
            </a:pPr>
            <a:r>
              <a:rPr b="1" i="0" lang="en-US" sz="2800" u="none" cap="none" strike="noStrike">
                <a:solidFill>
                  <a:schemeClr val="dk1"/>
                </a:solidFill>
                <a:latin typeface="Arial"/>
                <a:ea typeface="Arial"/>
                <a:cs typeface="Arial"/>
                <a:sym typeface="Arial"/>
              </a:rPr>
              <a:t>Bước 4 – Kết luận</a:t>
            </a:r>
            <a:r>
              <a:rPr b="0" i="0" lang="en-US" sz="2800" u="none" cap="none" strike="noStrike">
                <a:solidFill>
                  <a:schemeClr val="dk1"/>
                </a:solidFill>
                <a:latin typeface="Arial"/>
                <a:ea typeface="Arial"/>
                <a:cs typeface="Arial"/>
                <a:sym typeface="Arial"/>
              </a:rPr>
              <a:t>: Nêu được điểm nhấn của bài  trình bày.</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595"/>
              </a:spcBef>
              <a:spcAft>
                <a:spcPts val="0"/>
              </a:spcAft>
              <a:buClr>
                <a:srgbClr val="FF0000"/>
              </a:buClr>
              <a:buSzPts val="2400"/>
              <a:buFont typeface="Noto Sans Symbols"/>
              <a:buChar char="▪"/>
            </a:pPr>
            <a:r>
              <a:rPr b="0" i="0" lang="en-US" sz="2400" u="none" cap="none" strike="noStrike">
                <a:solidFill>
                  <a:schemeClr val="dk1"/>
                </a:solidFill>
                <a:latin typeface="Arial"/>
                <a:ea typeface="Arial"/>
                <a:cs typeface="Arial"/>
                <a:sym typeface="Arial"/>
              </a:rPr>
              <a:t>Vấn đề vừa trình bày là gì</a:t>
            </a:r>
            <a:endParaRPr b="0" i="0" sz="2400" u="none" cap="none" strike="noStrike">
              <a:solidFill>
                <a:schemeClr val="dk1"/>
              </a:solidFill>
              <a:latin typeface="Arial"/>
              <a:ea typeface="Arial"/>
              <a:cs typeface="Arial"/>
              <a:sym typeface="Arial"/>
            </a:endParaRPr>
          </a:p>
          <a:p>
            <a:pPr indent="-287019" lvl="1" marL="756285" marR="0" rtl="0" algn="l">
              <a:lnSpc>
                <a:spcPct val="100000"/>
              </a:lnSpc>
              <a:spcBef>
                <a:spcPts val="575"/>
              </a:spcBef>
              <a:spcAft>
                <a:spcPts val="0"/>
              </a:spcAft>
              <a:buClr>
                <a:srgbClr val="FF0000"/>
              </a:buClr>
              <a:buSzPts val="2400"/>
              <a:buFont typeface="Noto Sans Symbols"/>
              <a:buChar char="▪"/>
            </a:pPr>
            <a:r>
              <a:rPr b="0" i="0" lang="en-US" sz="2400" u="none" cap="none" strike="noStrike">
                <a:solidFill>
                  <a:schemeClr val="dk1"/>
                </a:solidFill>
                <a:latin typeface="Arial"/>
                <a:ea typeface="Arial"/>
                <a:cs typeface="Arial"/>
                <a:sym typeface="Arial"/>
              </a:rPr>
              <a:t>Đã giải quyết được đến đâu</a:t>
            </a:r>
            <a:endParaRPr b="0" i="0" sz="2400" u="none" cap="none" strike="noStrike">
              <a:solidFill>
                <a:schemeClr val="dk1"/>
              </a:solidFill>
              <a:latin typeface="Arial"/>
              <a:ea typeface="Arial"/>
              <a:cs typeface="Arial"/>
              <a:sym typeface="Arial"/>
            </a:endParaRPr>
          </a:p>
        </p:txBody>
      </p:sp>
      <p:sp>
        <p:nvSpPr>
          <p:cNvPr id="233" name="Google Shape;23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50"/>
          <p:cNvSpPr txBox="1"/>
          <p:nvPr>
            <p:ph type="title"/>
          </p:nvPr>
        </p:nvSpPr>
        <p:spPr>
          <a:xfrm>
            <a:off x="3501390" y="102234"/>
            <a:ext cx="2371725"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Thuyết trình</a:t>
            </a:r>
            <a:endParaRPr/>
          </a:p>
        </p:txBody>
      </p:sp>
      <p:sp>
        <p:nvSpPr>
          <p:cNvPr id="239" name="Google Shape;239;p50"/>
          <p:cNvSpPr txBox="1"/>
          <p:nvPr/>
        </p:nvSpPr>
        <p:spPr>
          <a:xfrm>
            <a:off x="609600" y="1066800"/>
            <a:ext cx="7811134" cy="3281045"/>
          </a:xfrm>
          <a:prstGeom prst="rect">
            <a:avLst/>
          </a:prstGeom>
          <a:noFill/>
          <a:ln>
            <a:noFill/>
          </a:ln>
        </p:spPr>
        <p:txBody>
          <a:bodyPr anchorCtr="0" anchor="t" bIns="0" lIns="0" spcFirstLastPara="1" rIns="0" wrap="square" tIns="14287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Cần kỹ năng thuyết trình hiệu quả</a:t>
            </a:r>
            <a:endParaRPr b="0" i="0" sz="3200" u="none" cap="none" strike="noStrike">
              <a:solidFill>
                <a:schemeClr val="dk1"/>
              </a:solidFill>
              <a:latin typeface="Arial"/>
              <a:ea typeface="Arial"/>
              <a:cs typeface="Arial"/>
              <a:sym typeface="Arial"/>
            </a:endParaRPr>
          </a:p>
          <a:p>
            <a:pPr indent="-343535" lvl="0" marL="355600" marR="0" rtl="0" algn="l">
              <a:lnSpc>
                <a:spcPct val="100000"/>
              </a:lnSpc>
              <a:spcBef>
                <a:spcPts val="1035"/>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Chuẩn bị kỹ về tinh thần và nội dung</a:t>
            </a:r>
            <a:endParaRPr b="0" i="0" sz="3200" u="none" cap="none" strike="noStrike">
              <a:solidFill>
                <a:schemeClr val="dk1"/>
              </a:solidFill>
              <a:latin typeface="Arial"/>
              <a:ea typeface="Arial"/>
              <a:cs typeface="Arial"/>
              <a:sym typeface="Arial"/>
            </a:endParaRPr>
          </a:p>
          <a:p>
            <a:pPr indent="-343535" lvl="0" marL="355600" marR="5080" rtl="0" algn="l">
              <a:lnSpc>
                <a:spcPct val="95937"/>
              </a:lnSpc>
              <a:spcBef>
                <a:spcPts val="178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Cần những lời dẫn nhập, những câu chốt  tổng kết</a:t>
            </a:r>
            <a:endParaRPr b="0" i="0" sz="1400" u="none" cap="none" strike="noStrike">
              <a:solidFill>
                <a:srgbClr val="000000"/>
              </a:solidFill>
              <a:latin typeface="Arial"/>
              <a:ea typeface="Arial"/>
              <a:cs typeface="Arial"/>
              <a:sym typeface="Arial"/>
            </a:endParaRPr>
          </a:p>
          <a:p>
            <a:pPr indent="-343535" lvl="0" marL="355600" marR="526415" rtl="0" algn="l">
              <a:lnSpc>
                <a:spcPct val="95937"/>
              </a:lnSpc>
              <a:spcBef>
                <a:spcPts val="1805"/>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Nên trình bày báo cáo với tốc độ trung  bình 1 slide/1-3 phút</a:t>
            </a:r>
            <a:endParaRPr b="0" i="0" sz="3200" u="none" cap="none" strike="noStrike">
              <a:solidFill>
                <a:schemeClr val="dk1"/>
              </a:solidFill>
              <a:latin typeface="Arial"/>
              <a:ea typeface="Arial"/>
              <a:cs typeface="Arial"/>
              <a:sym typeface="Arial"/>
            </a:endParaRPr>
          </a:p>
        </p:txBody>
      </p:sp>
      <p:sp>
        <p:nvSpPr>
          <p:cNvPr id="240" name="Google Shape;24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51"/>
          <p:cNvSpPr txBox="1"/>
          <p:nvPr>
            <p:ph type="title"/>
          </p:nvPr>
        </p:nvSpPr>
        <p:spPr>
          <a:xfrm>
            <a:off x="3275838" y="102234"/>
            <a:ext cx="2822575"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7. Thuyết trình</a:t>
            </a:r>
            <a:endParaRPr/>
          </a:p>
        </p:txBody>
      </p:sp>
      <p:sp>
        <p:nvSpPr>
          <p:cNvPr id="246" name="Google Shape;246;p51"/>
          <p:cNvSpPr txBox="1"/>
          <p:nvPr/>
        </p:nvSpPr>
        <p:spPr>
          <a:xfrm>
            <a:off x="838200" y="1143000"/>
            <a:ext cx="7437120" cy="4237355"/>
          </a:xfrm>
          <a:prstGeom prst="rect">
            <a:avLst/>
          </a:prstGeom>
          <a:noFill/>
          <a:ln>
            <a:noFill/>
          </a:ln>
        </p:spPr>
        <p:txBody>
          <a:bodyPr anchorCtr="0" anchor="t" bIns="0" lIns="0" spcFirstLastPara="1" rIns="0" wrap="square" tIns="92075">
            <a:spAutoFit/>
          </a:bodyPr>
          <a:lstStyle/>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Lời mở đầu</a:t>
            </a:r>
            <a:endParaRPr b="0" i="0" sz="3200" u="none" cap="none" strike="noStrike">
              <a:solidFill>
                <a:schemeClr val="dk1"/>
              </a:solidFill>
              <a:latin typeface="Arial"/>
              <a:ea typeface="Arial"/>
              <a:cs typeface="Arial"/>
              <a:sym typeface="Arial"/>
            </a:endParaRPr>
          </a:p>
          <a:p>
            <a:pPr indent="-342900" lvl="0" marL="354965" marR="285115" rtl="0" algn="l">
              <a:lnSpc>
                <a:spcPct val="96071"/>
              </a:lnSpc>
              <a:spcBef>
                <a:spcPts val="1195"/>
              </a:spcBef>
              <a:spcAft>
                <a:spcPts val="0"/>
              </a:spcAft>
              <a:buClr>
                <a:srgbClr val="3366FF"/>
              </a:buClr>
              <a:buSzPts val="2800"/>
              <a:buFont typeface="Noto Sans Symbols"/>
              <a:buChar char="▪"/>
            </a:pPr>
            <a:r>
              <a:rPr b="0" i="0" lang="en-US" sz="2800" u="none" cap="none" strike="noStrike">
                <a:solidFill>
                  <a:schemeClr val="dk1"/>
                </a:solidFill>
                <a:latin typeface="Arial"/>
                <a:ea typeface="Arial"/>
                <a:cs typeface="Arial"/>
                <a:sym typeface="Arial"/>
              </a:rPr>
              <a:t>Có thể dẫn nhập bằng tầm quan trọng, đặc  điểm hay thuộc tính nổi bật của vấn đề</a:t>
            </a:r>
            <a:endParaRPr b="0" i="0" sz="2800" u="none" cap="none" strike="noStrike">
              <a:solidFill>
                <a:schemeClr val="dk1"/>
              </a:solidFill>
              <a:latin typeface="Arial"/>
              <a:ea typeface="Arial"/>
              <a:cs typeface="Arial"/>
              <a:sym typeface="Arial"/>
            </a:endParaRPr>
          </a:p>
          <a:p>
            <a:pPr indent="-342900" lvl="0" marL="354965" marR="319405" rtl="0" algn="l">
              <a:lnSpc>
                <a:spcPct val="96071"/>
              </a:lnSpc>
              <a:spcBef>
                <a:spcPts val="1195"/>
              </a:spcBef>
              <a:spcAft>
                <a:spcPts val="0"/>
              </a:spcAft>
              <a:buClr>
                <a:srgbClr val="3366FF"/>
              </a:buClr>
              <a:buSzPts val="2800"/>
              <a:buFont typeface="Noto Sans Symbols"/>
              <a:buChar char="▪"/>
            </a:pPr>
            <a:r>
              <a:rPr b="0" i="0" lang="en-US" sz="2800" u="none" cap="none" strike="noStrike">
                <a:solidFill>
                  <a:schemeClr val="dk1"/>
                </a:solidFill>
                <a:latin typeface="Arial"/>
                <a:ea typeface="Arial"/>
                <a:cs typeface="Arial"/>
                <a:sym typeface="Arial"/>
              </a:rPr>
              <a:t>Lời dẫn nhập có thể bắt đầu từ một lời giới  thiệu, một câu hỏi,…</a:t>
            </a:r>
            <a:endParaRPr b="0" i="0" sz="2800" u="none" cap="none" strike="noStrike">
              <a:solidFill>
                <a:schemeClr val="dk1"/>
              </a:solidFill>
              <a:latin typeface="Arial"/>
              <a:ea typeface="Arial"/>
              <a:cs typeface="Arial"/>
              <a:sym typeface="Arial"/>
            </a:endParaRPr>
          </a:p>
          <a:p>
            <a:pPr indent="-342900" lvl="0" marL="354965" marR="0" rtl="0" algn="l">
              <a:lnSpc>
                <a:spcPct val="100000"/>
              </a:lnSpc>
              <a:spcBef>
                <a:spcPts val="550"/>
              </a:spcBef>
              <a:spcAft>
                <a:spcPts val="0"/>
              </a:spcAft>
              <a:buClr>
                <a:srgbClr val="3366FF"/>
              </a:buClr>
              <a:buSzPts val="2800"/>
              <a:buFont typeface="Noto Sans Symbols"/>
              <a:buChar char="▪"/>
            </a:pPr>
            <a:r>
              <a:rPr b="0" i="0" lang="en-US" sz="2800" u="none" cap="none" strike="noStrike">
                <a:solidFill>
                  <a:schemeClr val="dk1"/>
                </a:solidFill>
                <a:latin typeface="Arial"/>
                <a:ea typeface="Arial"/>
                <a:cs typeface="Arial"/>
                <a:sym typeface="Arial"/>
              </a:rPr>
              <a:t>VD: giới thiệu về Công ty Google:</a:t>
            </a:r>
            <a:endParaRPr b="0" i="0" sz="2800" u="none" cap="none" strike="noStrike">
              <a:solidFill>
                <a:schemeClr val="dk1"/>
              </a:solidFill>
              <a:latin typeface="Arial"/>
              <a:ea typeface="Arial"/>
              <a:cs typeface="Arial"/>
              <a:sym typeface="Arial"/>
            </a:endParaRPr>
          </a:p>
          <a:p>
            <a:pPr indent="-287019" lvl="1" marL="756285" marR="5080" rtl="0" algn="l">
              <a:lnSpc>
                <a:spcPct val="95833"/>
              </a:lnSpc>
              <a:spcBef>
                <a:spcPts val="1200"/>
              </a:spcBef>
              <a:spcAft>
                <a:spcPts val="0"/>
              </a:spcAft>
              <a:buClr>
                <a:srgbClr val="FF0000"/>
              </a:buClr>
              <a:buSzPts val="2400"/>
              <a:buFont typeface="Noto Sans Symbols"/>
              <a:buChar char="▪"/>
            </a:pPr>
            <a:r>
              <a:rPr b="0" i="1" lang="en-US" sz="2400" u="none" cap="none" strike="noStrike">
                <a:solidFill>
                  <a:srgbClr val="0000CC"/>
                </a:solidFill>
                <a:latin typeface="Arial"/>
                <a:ea typeface="Arial"/>
                <a:cs typeface="Arial"/>
                <a:sym typeface="Arial"/>
              </a:rPr>
              <a:t>Chúng ta biết đến Google như là một công cụ tìm  kiếm trên internet phổ biến nhất hiện nay,…</a:t>
            </a:r>
            <a:endParaRPr b="0" i="0" sz="2400" u="none" cap="none" strike="noStrike">
              <a:solidFill>
                <a:schemeClr val="dk1"/>
              </a:solidFill>
              <a:latin typeface="Arial"/>
              <a:ea typeface="Arial"/>
              <a:cs typeface="Arial"/>
              <a:sym typeface="Arial"/>
            </a:endParaRPr>
          </a:p>
          <a:p>
            <a:pPr indent="-287019" lvl="1" marL="756285" marR="217804" rtl="0" algn="l">
              <a:lnSpc>
                <a:spcPct val="96250"/>
              </a:lnSpc>
              <a:spcBef>
                <a:spcPts val="1200"/>
              </a:spcBef>
              <a:spcAft>
                <a:spcPts val="0"/>
              </a:spcAft>
              <a:buClr>
                <a:srgbClr val="FF0000"/>
              </a:buClr>
              <a:buSzPts val="2400"/>
              <a:buFont typeface="Noto Sans Symbols"/>
              <a:buChar char="▪"/>
            </a:pPr>
            <a:r>
              <a:rPr b="0" i="1" lang="en-US" sz="2400" u="none" cap="none" strike="noStrike">
                <a:solidFill>
                  <a:srgbClr val="0000CC"/>
                </a:solidFill>
                <a:latin typeface="Arial"/>
                <a:ea typeface="Arial"/>
                <a:cs typeface="Arial"/>
                <a:sym typeface="Arial"/>
              </a:rPr>
              <a:t>Bạn hay làm gì khi muốn tìm kiếm thông tin trên  internet?</a:t>
            </a:r>
            <a:endParaRPr b="0" i="0" sz="2400" u="none" cap="none" strike="noStrike">
              <a:solidFill>
                <a:schemeClr val="dk1"/>
              </a:solidFill>
              <a:latin typeface="Arial"/>
              <a:ea typeface="Arial"/>
              <a:cs typeface="Arial"/>
              <a:sym typeface="Arial"/>
            </a:endParaRPr>
          </a:p>
        </p:txBody>
      </p:sp>
      <p:sp>
        <p:nvSpPr>
          <p:cNvPr id="247" name="Google Shape;24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52"/>
          <p:cNvSpPr txBox="1"/>
          <p:nvPr>
            <p:ph type="title"/>
          </p:nvPr>
        </p:nvSpPr>
        <p:spPr>
          <a:xfrm>
            <a:off x="3501390" y="102234"/>
            <a:ext cx="237109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Thuyết trình</a:t>
            </a:r>
            <a:endParaRPr/>
          </a:p>
        </p:txBody>
      </p:sp>
      <p:sp>
        <p:nvSpPr>
          <p:cNvPr id="253" name="Google Shape;253;p52"/>
          <p:cNvSpPr txBox="1"/>
          <p:nvPr/>
        </p:nvSpPr>
        <p:spPr>
          <a:xfrm>
            <a:off x="612140" y="1086980"/>
            <a:ext cx="8074800" cy="4898100"/>
          </a:xfrm>
          <a:prstGeom prst="rect">
            <a:avLst/>
          </a:prstGeom>
          <a:noFill/>
          <a:ln>
            <a:noFill/>
          </a:ln>
        </p:spPr>
        <p:txBody>
          <a:bodyPr anchorCtr="0" anchor="t" bIns="0" lIns="0" spcFirstLastPara="1" rIns="0" wrap="square" tIns="93325">
            <a:spAutoFit/>
          </a:bodyPr>
          <a:lstStyle/>
          <a:p>
            <a:pPr indent="0" lvl="0" marL="1270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Arial"/>
                <a:ea typeface="Arial"/>
                <a:cs typeface="Arial"/>
                <a:sym typeface="Arial"/>
              </a:rPr>
              <a:t>Nội dung chính</a:t>
            </a:r>
            <a:endParaRPr b="0" i="0" sz="1400" u="none" cap="none" strike="noStrike">
              <a:solidFill>
                <a:srgbClr val="000000"/>
              </a:solidFill>
              <a:latin typeface="Arial"/>
              <a:ea typeface="Arial"/>
              <a:cs typeface="Arial"/>
              <a:sym typeface="Arial"/>
            </a:endParaRPr>
          </a:p>
          <a:p>
            <a:pPr indent="-343535" lvl="0" marL="355600" marR="0" rtl="0" algn="l">
              <a:lnSpc>
                <a:spcPct val="100000"/>
              </a:lnSpc>
              <a:spcBef>
                <a:spcPts val="530"/>
              </a:spcBef>
              <a:spcAft>
                <a:spcPts val="0"/>
              </a:spcAft>
              <a:buClr>
                <a:srgbClr val="3366FF"/>
              </a:buClr>
              <a:buSzPts val="2200"/>
              <a:buFont typeface="Noto Sans Symbols"/>
              <a:buChar char="▪"/>
            </a:pPr>
            <a:r>
              <a:rPr b="0" i="0" lang="en-US" sz="2200" u="none" cap="none" strike="noStrike">
                <a:solidFill>
                  <a:schemeClr val="dk1"/>
                </a:solidFill>
                <a:latin typeface="Arial"/>
                <a:ea typeface="Arial"/>
                <a:cs typeface="Arial"/>
                <a:sym typeface="Arial"/>
              </a:rPr>
              <a:t>Giới thiệu qua toàn bộ nội dung mình sẽ nói</a:t>
            </a:r>
            <a:endParaRPr b="0" i="0" sz="2200" u="none" cap="none" strike="noStrike">
              <a:solidFill>
                <a:schemeClr val="dk1"/>
              </a:solidFill>
              <a:latin typeface="Arial"/>
              <a:ea typeface="Arial"/>
              <a:cs typeface="Arial"/>
              <a:sym typeface="Arial"/>
            </a:endParaRPr>
          </a:p>
          <a:p>
            <a:pPr indent="-343535" lvl="0" marL="355600" marR="0" rtl="0" algn="l">
              <a:lnSpc>
                <a:spcPct val="100000"/>
              </a:lnSpc>
              <a:spcBef>
                <a:spcPts val="530"/>
              </a:spcBef>
              <a:spcAft>
                <a:spcPts val="0"/>
              </a:spcAft>
              <a:buClr>
                <a:srgbClr val="3366FF"/>
              </a:buClr>
              <a:buSzPts val="2200"/>
              <a:buFont typeface="Noto Sans Symbols"/>
              <a:buChar char="▪"/>
            </a:pPr>
            <a:r>
              <a:rPr b="0" i="0" lang="en-US" sz="2200" u="none" cap="none" strike="noStrike">
                <a:solidFill>
                  <a:schemeClr val="dk1"/>
                </a:solidFill>
                <a:latin typeface="Arial"/>
                <a:ea typeface="Arial"/>
                <a:cs typeface="Arial"/>
                <a:sym typeface="Arial"/>
              </a:rPr>
              <a:t>Cần dẫn nhập và chuyển tiếp khi chuyển vấn đề.</a:t>
            </a:r>
            <a:endParaRPr b="0" i="0" sz="2200" u="none" cap="none" strike="noStrike">
              <a:solidFill>
                <a:schemeClr val="dk1"/>
              </a:solidFill>
              <a:latin typeface="Arial"/>
              <a:ea typeface="Arial"/>
              <a:cs typeface="Arial"/>
              <a:sym typeface="Arial"/>
            </a:endParaRPr>
          </a:p>
          <a:p>
            <a:pPr indent="-343535" lvl="0" marL="355600" marR="360680" rtl="0" algn="just">
              <a:lnSpc>
                <a:spcPct val="100000"/>
              </a:lnSpc>
              <a:spcBef>
                <a:spcPts val="530"/>
              </a:spcBef>
              <a:spcAft>
                <a:spcPts val="0"/>
              </a:spcAft>
              <a:buClr>
                <a:srgbClr val="3366FF"/>
              </a:buClr>
              <a:buSzPts val="2200"/>
              <a:buFont typeface="Noto Sans Symbols"/>
              <a:buChar char="▪"/>
            </a:pPr>
            <a:r>
              <a:rPr b="0" i="0" lang="en-US" sz="2200" u="none" cap="none" strike="noStrike">
                <a:solidFill>
                  <a:schemeClr val="dk1"/>
                </a:solidFill>
                <a:latin typeface="Arial"/>
                <a:ea typeface="Arial"/>
                <a:cs typeface="Arial"/>
                <a:sym typeface="Arial"/>
              </a:rPr>
              <a:t>VD: sau khi trình bày Google là công cụ tìm kiếm miễn phí  trên internet, tiếp theo, là sản phẩm đem lại doanh thu lớn  nhất cho Google. Chuyển tiếp:</a:t>
            </a:r>
            <a:endParaRPr b="0" i="0" sz="1400" u="none" cap="none" strike="noStrike">
              <a:solidFill>
                <a:srgbClr val="000000"/>
              </a:solidFill>
              <a:latin typeface="Arial"/>
              <a:ea typeface="Arial"/>
              <a:cs typeface="Arial"/>
              <a:sym typeface="Arial"/>
            </a:endParaRPr>
          </a:p>
          <a:p>
            <a:pPr indent="-287019" lvl="1" marL="756285" marR="5080" rtl="0" algn="just">
              <a:lnSpc>
                <a:spcPct val="100000"/>
              </a:lnSpc>
              <a:spcBef>
                <a:spcPts val="530"/>
              </a:spcBef>
              <a:spcAft>
                <a:spcPts val="0"/>
              </a:spcAft>
              <a:buClr>
                <a:srgbClr val="FF0000"/>
              </a:buClr>
              <a:buSzPts val="2200"/>
              <a:buFont typeface="Noto Sans Symbols"/>
              <a:buChar char="▪"/>
            </a:pPr>
            <a:r>
              <a:rPr b="0" i="1" lang="en-US" sz="2200" u="none" cap="none" strike="noStrike">
                <a:solidFill>
                  <a:srgbClr val="0000CC"/>
                </a:solidFill>
                <a:latin typeface="Arial"/>
                <a:ea typeface="Arial"/>
                <a:cs typeface="Arial"/>
                <a:sym typeface="Arial"/>
              </a:rPr>
              <a:t>Bây giờ chúng ta đều biết công cụ tìm kiếm Google là  miễn phí, nghĩa là không thu bất kỳ một khoản phí nào khi  người dùng sử dụng nó để tìm kiếm thông tin. Vây tại sao  nó lại đem lại nguồn doanh thu rất lớn cho hãng? Để trả  lời cho câu hỏi này chúng ta sẽ tiếp tục tìm hiểu về một  dịch vụ khác của Google. Đó là Google Adwords…”</a:t>
            </a:r>
            <a:endParaRPr b="0" i="0" sz="2200" u="none" cap="none" strike="noStrike">
              <a:solidFill>
                <a:schemeClr val="dk1"/>
              </a:solidFill>
              <a:latin typeface="Arial"/>
              <a:ea typeface="Arial"/>
              <a:cs typeface="Arial"/>
              <a:sym typeface="Arial"/>
            </a:endParaRPr>
          </a:p>
          <a:p>
            <a:pPr indent="-343535" lvl="0" marL="355600" marR="0" rtl="0" algn="l">
              <a:lnSpc>
                <a:spcPct val="100000"/>
              </a:lnSpc>
              <a:spcBef>
                <a:spcPts val="530"/>
              </a:spcBef>
              <a:spcAft>
                <a:spcPts val="0"/>
              </a:spcAft>
              <a:buClr>
                <a:srgbClr val="3366FF"/>
              </a:buClr>
              <a:buSzPts val="2200"/>
              <a:buFont typeface="Noto Sans Symbols"/>
              <a:buChar char="▪"/>
            </a:pPr>
            <a:r>
              <a:rPr b="0" i="0" lang="en-US" sz="2200" u="none" cap="none" strike="noStrike">
                <a:solidFill>
                  <a:schemeClr val="dk1"/>
                </a:solidFill>
                <a:latin typeface="Arial"/>
                <a:ea typeface="Arial"/>
                <a:cs typeface="Arial"/>
                <a:sym typeface="Arial"/>
              </a:rPr>
              <a:t>Cần giải thích các hình ảnh, bảng biểu (nếu có)</a:t>
            </a:r>
            <a:endParaRPr b="0" i="0" sz="2200" u="none" cap="none" strike="noStrike">
              <a:solidFill>
                <a:schemeClr val="dk1"/>
              </a:solidFill>
              <a:latin typeface="Arial"/>
              <a:ea typeface="Arial"/>
              <a:cs typeface="Arial"/>
              <a:sym typeface="Arial"/>
            </a:endParaRPr>
          </a:p>
        </p:txBody>
      </p:sp>
      <p:sp>
        <p:nvSpPr>
          <p:cNvPr id="254" name="Google Shape;254;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53"/>
          <p:cNvSpPr txBox="1"/>
          <p:nvPr>
            <p:ph type="title"/>
          </p:nvPr>
        </p:nvSpPr>
        <p:spPr>
          <a:xfrm>
            <a:off x="3501390" y="102234"/>
            <a:ext cx="237109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Thuyết trình</a:t>
            </a:r>
            <a:endParaRPr/>
          </a:p>
        </p:txBody>
      </p:sp>
      <p:sp>
        <p:nvSpPr>
          <p:cNvPr id="260" name="Google Shape;260;p53"/>
          <p:cNvSpPr txBox="1"/>
          <p:nvPr/>
        </p:nvSpPr>
        <p:spPr>
          <a:xfrm>
            <a:off x="612140" y="1063925"/>
            <a:ext cx="7652384" cy="1981835"/>
          </a:xfrm>
          <a:prstGeom prst="rect">
            <a:avLst/>
          </a:prstGeom>
          <a:noFill/>
          <a:ln>
            <a:noFill/>
          </a:ln>
        </p:spPr>
        <p:txBody>
          <a:bodyPr anchorCtr="0" anchor="t" bIns="0" lIns="0" spcFirstLastPara="1" rIns="0" wrap="square" tIns="113025">
            <a:spAutoFit/>
          </a:bodyPr>
          <a:lstStyle/>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a:ea typeface="Arial"/>
                <a:cs typeface="Arial"/>
                <a:sym typeface="Arial"/>
              </a:rPr>
              <a:t>Phần kết thúc:</a:t>
            </a:r>
            <a:endParaRPr b="0" i="0" sz="1400" u="none" cap="none" strike="noStrike">
              <a:solidFill>
                <a:srgbClr val="000000"/>
              </a:solidFill>
              <a:latin typeface="Arial"/>
              <a:ea typeface="Arial"/>
              <a:cs typeface="Arial"/>
              <a:sym typeface="Arial"/>
            </a:endParaRPr>
          </a:p>
          <a:p>
            <a:pPr indent="-343535" lvl="0" marL="355600" marR="5080" rtl="0" algn="l">
              <a:lnSpc>
                <a:spcPct val="100000"/>
              </a:lnSpc>
              <a:spcBef>
                <a:spcPts val="690"/>
              </a:spcBef>
              <a:spcAft>
                <a:spcPts val="0"/>
              </a:spcAft>
              <a:buClr>
                <a:srgbClr val="3366FF"/>
              </a:buClr>
              <a:buSzPts val="2800"/>
              <a:buFont typeface="Noto Sans Symbols"/>
              <a:buChar char="▪"/>
            </a:pPr>
            <a:r>
              <a:rPr b="0" i="0" lang="en-US" sz="2800" u="none" cap="none" strike="noStrike">
                <a:solidFill>
                  <a:schemeClr val="dk1"/>
                </a:solidFill>
                <a:latin typeface="Arial"/>
                <a:ea typeface="Arial"/>
                <a:cs typeface="Arial"/>
                <a:sym typeface="Arial"/>
              </a:rPr>
              <a:t>Tóm lại những vấn đề quan trọng nhất, những  vấn đề mình quên chưa nói trong khi thuyết  trình và câu kết thúc bài thuyết trình.</a:t>
            </a:r>
            <a:endParaRPr b="0" i="0" sz="2800" u="none" cap="none" strike="noStrike">
              <a:solidFill>
                <a:schemeClr val="dk1"/>
              </a:solidFill>
              <a:latin typeface="Arial"/>
              <a:ea typeface="Arial"/>
              <a:cs typeface="Arial"/>
              <a:sym typeface="Arial"/>
            </a:endParaRPr>
          </a:p>
        </p:txBody>
      </p:sp>
      <p:sp>
        <p:nvSpPr>
          <p:cNvPr id="261" name="Google Shape;261;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4"/>
          <p:cNvSpPr txBox="1"/>
          <p:nvPr>
            <p:ph type="title"/>
          </p:nvPr>
        </p:nvSpPr>
        <p:spPr>
          <a:xfrm>
            <a:off x="457200" y="76200"/>
            <a:ext cx="7467600" cy="990600"/>
          </a:xfrm>
          <a:prstGeom prst="rect">
            <a:avLst/>
          </a:prstGeom>
          <a:noFill/>
          <a:ln>
            <a:noFill/>
          </a:ln>
        </p:spPr>
        <p:txBody>
          <a:bodyPr anchorCtr="0" anchor="ctr" bIns="0" lIns="0" spcFirstLastPara="1" rIns="0" wrap="square" tIns="12700">
            <a:spAutoFit/>
          </a:bodyPr>
          <a:lstStyle/>
          <a:p>
            <a:pPr indent="0" lvl="0" marL="239395" rtl="0" algn="l">
              <a:lnSpc>
                <a:spcPct val="100000"/>
              </a:lnSpc>
              <a:spcBef>
                <a:spcPts val="0"/>
              </a:spcBef>
              <a:spcAft>
                <a:spcPts val="0"/>
              </a:spcAft>
              <a:buSzPts val="1400"/>
              <a:buNone/>
            </a:pPr>
            <a:r>
              <a:rPr lang="en-US"/>
              <a:t>Một số điểm cần lưu ý khi thuyết trình</a:t>
            </a:r>
            <a:endParaRPr/>
          </a:p>
        </p:txBody>
      </p:sp>
      <p:sp>
        <p:nvSpPr>
          <p:cNvPr id="267" name="Google Shape;267;p54"/>
          <p:cNvSpPr txBox="1"/>
          <p:nvPr/>
        </p:nvSpPr>
        <p:spPr>
          <a:xfrm>
            <a:off x="609600" y="1104900"/>
            <a:ext cx="7938134" cy="4749800"/>
          </a:xfrm>
          <a:prstGeom prst="rect">
            <a:avLst/>
          </a:prstGeom>
          <a:noFill/>
          <a:ln>
            <a:noFill/>
          </a:ln>
        </p:spPr>
        <p:txBody>
          <a:bodyPr anchorCtr="0" anchor="t" bIns="0" lIns="0" spcFirstLastPara="1" rIns="0" wrap="square" tIns="6412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Nói: Nói chứ không phải là đọc bài</a:t>
            </a:r>
            <a:endParaRPr b="0" i="0" sz="3200" u="none" cap="none" strike="noStrike">
              <a:solidFill>
                <a:schemeClr val="dk1"/>
              </a:solidFill>
              <a:latin typeface="Arial"/>
              <a:ea typeface="Arial"/>
              <a:cs typeface="Arial"/>
              <a:sym typeface="Arial"/>
            </a:endParaRPr>
          </a:p>
          <a:p>
            <a:pPr indent="-287019" lvl="1" marL="756285" marR="533400" rtl="0" algn="l">
              <a:lnSpc>
                <a:spcPct val="90000"/>
              </a:lnSpc>
              <a:spcBef>
                <a:spcPts val="69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Nói đủ lớn để mọi người nghe rõ, phát âm  chuẩn xác, không nói quá nhanh hay quá  chậm.</a:t>
            </a:r>
            <a:endParaRPr b="0" i="0" sz="2800" u="none" cap="none" strike="noStrike">
              <a:solidFill>
                <a:schemeClr val="dk1"/>
              </a:solidFill>
              <a:latin typeface="Arial"/>
              <a:ea typeface="Arial"/>
              <a:cs typeface="Arial"/>
              <a:sym typeface="Arial"/>
            </a:endParaRPr>
          </a:p>
          <a:p>
            <a:pPr indent="-287019" lvl="1" marL="756285" marR="226695" rtl="0" algn="l">
              <a:lnSpc>
                <a:spcPct val="108214"/>
              </a:lnSpc>
              <a:spcBef>
                <a:spcPts val="71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Thay đổi âm lượng, nhịp điệu, âm điệu của  giọng nói. Tránh nói đều đều một cách buồn  tẻ.</a:t>
            </a:r>
            <a:endParaRPr b="0" i="0" sz="2800" u="none" cap="none" strike="noStrike">
              <a:solidFill>
                <a:schemeClr val="dk1"/>
              </a:solidFill>
              <a:latin typeface="Arial"/>
              <a:ea typeface="Arial"/>
              <a:cs typeface="Arial"/>
              <a:sym typeface="Arial"/>
            </a:endParaRPr>
          </a:p>
          <a:p>
            <a:pPr indent="-287019" lvl="1" marL="756285" marR="13334" rtl="0" algn="l">
              <a:lnSpc>
                <a:spcPct val="107857"/>
              </a:lnSpc>
              <a:spcBef>
                <a:spcPts val="66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Cần đặt câu hỏi cho người nghe; cần trao đổi  nhiều</a:t>
            </a:r>
            <a:endParaRPr b="0" i="0" sz="2800" u="none" cap="none" strike="noStrike">
              <a:solidFill>
                <a:schemeClr val="dk1"/>
              </a:solidFill>
              <a:latin typeface="Arial"/>
              <a:ea typeface="Arial"/>
              <a:cs typeface="Arial"/>
              <a:sym typeface="Arial"/>
            </a:endParaRPr>
          </a:p>
          <a:p>
            <a:pPr indent="-287019" lvl="1" marL="756285" marR="5080" rtl="0" algn="l">
              <a:lnSpc>
                <a:spcPct val="107857"/>
              </a:lnSpc>
              <a:spcBef>
                <a:spcPts val="68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Ghi nhớ câu đầu tiên + câu cuối cùng của bài  trình bày</a:t>
            </a:r>
            <a:endParaRPr b="0" i="0" sz="2800" u="none" cap="none" strike="noStrike">
              <a:solidFill>
                <a:schemeClr val="dk1"/>
              </a:solidFill>
              <a:latin typeface="Arial"/>
              <a:ea typeface="Arial"/>
              <a:cs typeface="Arial"/>
              <a:sym typeface="Arial"/>
            </a:endParaRPr>
          </a:p>
        </p:txBody>
      </p:sp>
      <p:sp>
        <p:nvSpPr>
          <p:cNvPr id="268" name="Google Shape;26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55"/>
          <p:cNvSpPr txBox="1"/>
          <p:nvPr>
            <p:ph type="title"/>
          </p:nvPr>
        </p:nvSpPr>
        <p:spPr>
          <a:xfrm>
            <a:off x="457200" y="76200"/>
            <a:ext cx="7467600" cy="990600"/>
          </a:xfrm>
          <a:prstGeom prst="rect">
            <a:avLst/>
          </a:prstGeom>
          <a:noFill/>
          <a:ln>
            <a:noFill/>
          </a:ln>
        </p:spPr>
        <p:txBody>
          <a:bodyPr anchorCtr="0" anchor="ctr" bIns="0" lIns="0" spcFirstLastPara="1" rIns="0" wrap="square" tIns="12700">
            <a:spAutoFit/>
          </a:bodyPr>
          <a:lstStyle/>
          <a:p>
            <a:pPr indent="0" lvl="0" marL="239395" rtl="0" algn="l">
              <a:lnSpc>
                <a:spcPct val="100000"/>
              </a:lnSpc>
              <a:spcBef>
                <a:spcPts val="0"/>
              </a:spcBef>
              <a:spcAft>
                <a:spcPts val="0"/>
              </a:spcAft>
              <a:buSzPts val="1400"/>
              <a:buNone/>
            </a:pPr>
            <a:r>
              <a:rPr lang="en-US"/>
              <a:t>Một số điểm cần lưu ý khi thuyết trình</a:t>
            </a:r>
            <a:endParaRPr/>
          </a:p>
        </p:txBody>
      </p:sp>
      <p:sp>
        <p:nvSpPr>
          <p:cNvPr id="274" name="Google Shape;274;p55"/>
          <p:cNvSpPr txBox="1"/>
          <p:nvPr>
            <p:ph idx="1" type="body"/>
          </p:nvPr>
        </p:nvSpPr>
        <p:spPr>
          <a:xfrm>
            <a:off x="457200" y="1323105"/>
            <a:ext cx="8229600" cy="3040576"/>
          </a:xfrm>
          <a:prstGeom prst="rect">
            <a:avLst/>
          </a:prstGeom>
          <a:noFill/>
          <a:ln>
            <a:noFill/>
          </a:ln>
        </p:spPr>
        <p:txBody>
          <a:bodyPr anchorCtr="0" anchor="t" bIns="0" lIns="0" spcFirstLastPara="1" rIns="0" wrap="square" tIns="113025">
            <a:spAutoFit/>
          </a:bodyPr>
          <a:lstStyle/>
          <a:p>
            <a:pPr indent="-343535" lvl="0" marL="433705" rtl="0" algn="l">
              <a:lnSpc>
                <a:spcPct val="100000"/>
              </a:lnSpc>
              <a:spcBef>
                <a:spcPts val="0"/>
              </a:spcBef>
              <a:spcAft>
                <a:spcPts val="0"/>
              </a:spcAft>
              <a:buClr>
                <a:srgbClr val="3366FF"/>
              </a:buClr>
              <a:buSzPts val="2600"/>
              <a:buFont typeface="Noto Sans Symbols"/>
              <a:buChar char="▪"/>
            </a:pPr>
            <a:r>
              <a:rPr lang="en-US"/>
              <a:t>Đứng: Đứng và di chuyển</a:t>
            </a:r>
            <a:endParaRPr/>
          </a:p>
          <a:p>
            <a:pPr indent="-323215" lvl="1" marL="814705" marR="5080" rtl="0" algn="l">
              <a:lnSpc>
                <a:spcPct val="100000"/>
              </a:lnSpc>
              <a:spcBef>
                <a:spcPts val="890"/>
              </a:spcBef>
              <a:spcAft>
                <a:spcPts val="0"/>
              </a:spcAft>
              <a:buClr>
                <a:srgbClr val="FF0000"/>
              </a:buClr>
              <a:buSzPts val="2800"/>
              <a:buFont typeface="Noto Sans Symbols"/>
              <a:buChar char="▪"/>
            </a:pPr>
            <a:r>
              <a:rPr lang="en-US" sz="2800">
                <a:latin typeface="Arial"/>
                <a:ea typeface="Arial"/>
                <a:cs typeface="Arial"/>
                <a:sym typeface="Arial"/>
              </a:rPr>
              <a:t>Đứng	thuyết	trình	trừ	phi	bị	bắt	buộc	phải  ngồi nói..</a:t>
            </a:r>
            <a:endParaRPr/>
          </a:p>
          <a:p>
            <a:pPr indent="-323215" lvl="1" marL="814705" marR="5715" rtl="0" algn="l">
              <a:lnSpc>
                <a:spcPct val="100000"/>
              </a:lnSpc>
              <a:spcBef>
                <a:spcPts val="975"/>
              </a:spcBef>
              <a:spcAft>
                <a:spcPts val="0"/>
              </a:spcAft>
              <a:buClr>
                <a:srgbClr val="FF0000"/>
              </a:buClr>
              <a:buSzPts val="2800"/>
              <a:buFont typeface="Noto Sans Symbols"/>
              <a:buChar char="▪"/>
            </a:pPr>
            <a:r>
              <a:rPr lang="en-US" sz="2800">
                <a:latin typeface="Arial"/>
                <a:ea typeface="Arial"/>
                <a:cs typeface="Arial"/>
                <a:sym typeface="Arial"/>
              </a:rPr>
              <a:t>Thỉnh	thoảng	di	chuyển	và	</a:t>
            </a:r>
            <a:r>
              <a:rPr lang="en-US" sz="2800" u="sng">
                <a:latin typeface="Arial"/>
                <a:ea typeface="Arial"/>
                <a:cs typeface="Arial"/>
                <a:sym typeface="Arial"/>
              </a:rPr>
              <a:t>kèm </a:t>
            </a:r>
            <a:r>
              <a:rPr lang="en-US" sz="2800">
                <a:latin typeface="Arial"/>
                <a:ea typeface="Arial"/>
                <a:cs typeface="Arial"/>
                <a:sym typeface="Arial"/>
              </a:rPr>
              <a:t>điệu	bộ,   không nên đứng yên một chỗ</a:t>
            </a:r>
            <a:endParaRPr sz="2800">
              <a:latin typeface="Arial"/>
              <a:ea typeface="Arial"/>
              <a:cs typeface="Arial"/>
              <a:sym typeface="Arial"/>
            </a:endParaRPr>
          </a:p>
          <a:p>
            <a:pPr indent="-323850" lvl="1" marL="814705" rtl="0" algn="l">
              <a:lnSpc>
                <a:spcPct val="100000"/>
              </a:lnSpc>
              <a:spcBef>
                <a:spcPts val="975"/>
              </a:spcBef>
              <a:spcAft>
                <a:spcPts val="0"/>
              </a:spcAft>
              <a:buClr>
                <a:srgbClr val="FF0000"/>
              </a:buClr>
              <a:buSzPts val="2800"/>
              <a:buFont typeface="Noto Sans Symbols"/>
              <a:buChar char="▪"/>
            </a:pPr>
            <a:r>
              <a:rPr lang="en-US" sz="2800">
                <a:latin typeface="Arial"/>
                <a:ea typeface="Arial"/>
                <a:cs typeface="Arial"/>
                <a:sym typeface="Arial"/>
              </a:rPr>
              <a:t>Đừng đút tay vào túi, đừng hấp tấp…</a:t>
            </a:r>
            <a:endParaRPr/>
          </a:p>
        </p:txBody>
      </p:sp>
      <p:sp>
        <p:nvSpPr>
          <p:cNvPr id="275" name="Google Shape;275;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6"/>
          <p:cNvSpPr txBox="1"/>
          <p:nvPr>
            <p:ph type="title"/>
          </p:nvPr>
        </p:nvSpPr>
        <p:spPr>
          <a:xfrm>
            <a:off x="457200" y="76200"/>
            <a:ext cx="7467600" cy="990600"/>
          </a:xfrm>
          <a:prstGeom prst="rect">
            <a:avLst/>
          </a:prstGeom>
          <a:noFill/>
          <a:ln>
            <a:noFill/>
          </a:ln>
        </p:spPr>
        <p:txBody>
          <a:bodyPr anchorCtr="0" anchor="ctr" bIns="0" lIns="0" spcFirstLastPara="1" rIns="0" wrap="square" tIns="12700">
            <a:spAutoFit/>
          </a:bodyPr>
          <a:lstStyle/>
          <a:p>
            <a:pPr indent="0" lvl="0" marL="239395" rtl="0" algn="l">
              <a:lnSpc>
                <a:spcPct val="100000"/>
              </a:lnSpc>
              <a:spcBef>
                <a:spcPts val="0"/>
              </a:spcBef>
              <a:spcAft>
                <a:spcPts val="0"/>
              </a:spcAft>
              <a:buSzPts val="1400"/>
              <a:buNone/>
            </a:pPr>
            <a:r>
              <a:rPr lang="en-US"/>
              <a:t>Một số điểm cần lưu ý khi thuyết trình</a:t>
            </a:r>
            <a:endParaRPr/>
          </a:p>
        </p:txBody>
      </p:sp>
      <p:sp>
        <p:nvSpPr>
          <p:cNvPr id="281" name="Google Shape;281;p56"/>
          <p:cNvSpPr txBox="1"/>
          <p:nvPr>
            <p:ph idx="1" type="body"/>
          </p:nvPr>
        </p:nvSpPr>
        <p:spPr>
          <a:xfrm>
            <a:off x="457200" y="1323105"/>
            <a:ext cx="8229600" cy="4168449"/>
          </a:xfrm>
          <a:prstGeom prst="rect">
            <a:avLst/>
          </a:prstGeom>
          <a:noFill/>
          <a:ln>
            <a:noFill/>
          </a:ln>
        </p:spPr>
        <p:txBody>
          <a:bodyPr anchorCtr="0" anchor="t" bIns="0" lIns="0" spcFirstLastPara="1" rIns="0" wrap="square" tIns="64125">
            <a:spAutoFit/>
          </a:bodyPr>
          <a:lstStyle/>
          <a:p>
            <a:pPr indent="-343535" lvl="0" marL="433705" rtl="0" algn="l">
              <a:lnSpc>
                <a:spcPct val="100000"/>
              </a:lnSpc>
              <a:spcBef>
                <a:spcPts val="0"/>
              </a:spcBef>
              <a:spcAft>
                <a:spcPts val="0"/>
              </a:spcAft>
              <a:buClr>
                <a:srgbClr val="3366FF"/>
              </a:buClr>
              <a:buSzPts val="2600"/>
              <a:buFont typeface="Noto Sans Symbols"/>
              <a:buChar char="▪"/>
            </a:pPr>
            <a:r>
              <a:rPr lang="en-US"/>
              <a:t>Điểm chính: Trọng tâm</a:t>
            </a:r>
            <a:endParaRPr/>
          </a:p>
          <a:p>
            <a:pPr indent="-287019" lvl="1" marL="834389" marR="5080" rtl="0" algn="l">
              <a:lnSpc>
                <a:spcPct val="108214"/>
              </a:lnSpc>
              <a:spcBef>
                <a:spcPts val="930"/>
              </a:spcBef>
              <a:spcAft>
                <a:spcPts val="0"/>
              </a:spcAft>
              <a:buClr>
                <a:srgbClr val="FF0000"/>
              </a:buClr>
              <a:buSzPts val="2800"/>
              <a:buFont typeface="Noto Sans Symbols"/>
              <a:buChar char="▪"/>
            </a:pPr>
            <a:r>
              <a:rPr lang="en-US" sz="2800">
                <a:latin typeface="Arial"/>
                <a:ea typeface="Arial"/>
                <a:cs typeface="Arial"/>
                <a:sym typeface="Arial"/>
              </a:rPr>
              <a:t>Tập	trung	vào	</a:t>
            </a:r>
            <a:r>
              <a:rPr i="1" lang="en-US" sz="2800">
                <a:latin typeface="Arial"/>
                <a:ea typeface="Arial"/>
                <a:cs typeface="Arial"/>
                <a:sym typeface="Arial"/>
              </a:rPr>
              <a:t>điểm	chính</a:t>
            </a:r>
            <a:r>
              <a:rPr lang="en-US" sz="2800">
                <a:latin typeface="Arial"/>
                <a:ea typeface="Arial"/>
                <a:cs typeface="Arial"/>
                <a:sym typeface="Arial"/>
              </a:rPr>
              <a:t>,	tránh	sa	đà	vào  chi tiết.</a:t>
            </a:r>
            <a:endParaRPr sz="2800">
              <a:latin typeface="Arial"/>
              <a:ea typeface="Arial"/>
              <a:cs typeface="Arial"/>
              <a:sym typeface="Arial"/>
            </a:endParaRPr>
          </a:p>
          <a:p>
            <a:pPr indent="-287019" lvl="1" marL="834389" rtl="0" algn="l">
              <a:lnSpc>
                <a:spcPct val="113928"/>
              </a:lnSpc>
              <a:spcBef>
                <a:spcPts val="585"/>
              </a:spcBef>
              <a:spcAft>
                <a:spcPts val="0"/>
              </a:spcAft>
              <a:buClr>
                <a:srgbClr val="FF0000"/>
              </a:buClr>
              <a:buSzPts val="2800"/>
              <a:buFont typeface="Noto Sans Symbols"/>
              <a:buChar char="▪"/>
            </a:pPr>
            <a:r>
              <a:rPr lang="en-US" sz="2800">
                <a:latin typeface="Arial"/>
                <a:ea typeface="Arial"/>
                <a:cs typeface="Arial"/>
                <a:sym typeface="Arial"/>
              </a:rPr>
              <a:t>Tổng kết những điểm chính </a:t>
            </a:r>
            <a:r>
              <a:rPr i="1" lang="en-US" sz="2800">
                <a:latin typeface="Arial"/>
                <a:ea typeface="Arial"/>
                <a:cs typeface="Arial"/>
                <a:sym typeface="Arial"/>
              </a:rPr>
              <a:t>trước khi </a:t>
            </a:r>
            <a:r>
              <a:rPr lang="en-US" sz="2800">
                <a:latin typeface="Arial"/>
                <a:ea typeface="Arial"/>
                <a:cs typeface="Arial"/>
                <a:sym typeface="Arial"/>
              </a:rPr>
              <a:t>nói và </a:t>
            </a:r>
            <a:r>
              <a:rPr i="1" lang="en-US" sz="2800">
                <a:latin typeface="Arial"/>
                <a:ea typeface="Arial"/>
                <a:cs typeface="Arial"/>
                <a:sym typeface="Arial"/>
              </a:rPr>
              <a:t>sau khi </a:t>
            </a:r>
            <a:r>
              <a:rPr lang="en-US" sz="2800"/>
              <a:t>kết thúc bài thuyết trình.</a:t>
            </a:r>
            <a:endParaRPr sz="2800">
              <a:latin typeface="Arial"/>
              <a:ea typeface="Arial"/>
              <a:cs typeface="Arial"/>
              <a:sym typeface="Arial"/>
            </a:endParaRPr>
          </a:p>
          <a:p>
            <a:pPr indent="-343535" lvl="0" marL="433705" rtl="0" algn="l">
              <a:lnSpc>
                <a:spcPct val="100000"/>
              </a:lnSpc>
              <a:spcBef>
                <a:spcPts val="670"/>
              </a:spcBef>
              <a:spcAft>
                <a:spcPts val="0"/>
              </a:spcAft>
              <a:buClr>
                <a:srgbClr val="3366FF"/>
              </a:buClr>
              <a:buSzPts val="2600"/>
              <a:buFont typeface="Noto Sans Symbols"/>
              <a:buChar char="▪"/>
            </a:pPr>
            <a:r>
              <a:rPr lang="en-US"/>
              <a:t>Công cụ:</a:t>
            </a:r>
            <a:endParaRPr/>
          </a:p>
          <a:p>
            <a:pPr indent="-287019" lvl="1" marL="834389" marR="6985" rtl="0" algn="l">
              <a:lnSpc>
                <a:spcPct val="107857"/>
              </a:lnSpc>
              <a:spcBef>
                <a:spcPts val="935"/>
              </a:spcBef>
              <a:spcAft>
                <a:spcPts val="0"/>
              </a:spcAft>
              <a:buClr>
                <a:srgbClr val="FF0000"/>
              </a:buClr>
              <a:buSzPts val="2800"/>
              <a:buFont typeface="Noto Sans Symbols"/>
              <a:buChar char="▪"/>
            </a:pPr>
            <a:r>
              <a:rPr lang="en-US" sz="2800">
                <a:latin typeface="Arial"/>
                <a:ea typeface="Arial"/>
                <a:cs typeface="Arial"/>
                <a:sym typeface="Arial"/>
              </a:rPr>
              <a:t>Sử dụng công cụ hỗ trợ nhuần nhuyễn, chính  xác</a:t>
            </a:r>
            <a:endParaRPr/>
          </a:p>
          <a:p>
            <a:pPr indent="-287019" lvl="1" marL="834389" rtl="0" algn="l">
              <a:lnSpc>
                <a:spcPct val="100000"/>
              </a:lnSpc>
              <a:spcBef>
                <a:spcPts val="600"/>
              </a:spcBef>
              <a:spcAft>
                <a:spcPts val="0"/>
              </a:spcAft>
              <a:buClr>
                <a:srgbClr val="FF0000"/>
              </a:buClr>
              <a:buSzPts val="2800"/>
              <a:buFont typeface="Noto Sans Symbols"/>
              <a:buChar char="▪"/>
            </a:pPr>
            <a:r>
              <a:rPr lang="en-US" sz="2800">
                <a:latin typeface="Arial"/>
                <a:ea typeface="Arial"/>
                <a:cs typeface="Arial"/>
                <a:sym typeface="Arial"/>
              </a:rPr>
              <a:t>Tránh nói với màn hinh mà nói với cử tọa</a:t>
            </a:r>
            <a:endParaRPr sz="2800">
              <a:latin typeface="Arial"/>
              <a:ea typeface="Arial"/>
              <a:cs typeface="Arial"/>
              <a:sym typeface="Arial"/>
            </a:endParaRPr>
          </a:p>
        </p:txBody>
      </p:sp>
      <p:sp>
        <p:nvSpPr>
          <p:cNvPr id="282" name="Google Shape;282;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7"/>
          <p:cNvSpPr txBox="1"/>
          <p:nvPr>
            <p:ph type="title"/>
          </p:nvPr>
        </p:nvSpPr>
        <p:spPr>
          <a:xfrm>
            <a:off x="457200" y="76200"/>
            <a:ext cx="7467600" cy="990600"/>
          </a:xfrm>
          <a:prstGeom prst="rect">
            <a:avLst/>
          </a:prstGeom>
          <a:noFill/>
          <a:ln>
            <a:noFill/>
          </a:ln>
        </p:spPr>
        <p:txBody>
          <a:bodyPr anchorCtr="0" anchor="ctr" bIns="0" lIns="0" spcFirstLastPara="1" rIns="0" wrap="square" tIns="12700">
            <a:spAutoFit/>
          </a:bodyPr>
          <a:lstStyle/>
          <a:p>
            <a:pPr indent="0" lvl="0" marL="239395" rtl="0" algn="l">
              <a:lnSpc>
                <a:spcPct val="100000"/>
              </a:lnSpc>
              <a:spcBef>
                <a:spcPts val="0"/>
              </a:spcBef>
              <a:spcAft>
                <a:spcPts val="0"/>
              </a:spcAft>
              <a:buSzPts val="1400"/>
              <a:buNone/>
            </a:pPr>
            <a:r>
              <a:rPr lang="en-US"/>
              <a:t>Một số điểm cần lưu ý khi thuyết trình</a:t>
            </a:r>
            <a:endParaRPr/>
          </a:p>
        </p:txBody>
      </p:sp>
      <p:sp>
        <p:nvSpPr>
          <p:cNvPr id="288" name="Google Shape;288;p57"/>
          <p:cNvSpPr txBox="1"/>
          <p:nvPr/>
        </p:nvSpPr>
        <p:spPr>
          <a:xfrm>
            <a:off x="609600" y="1143000"/>
            <a:ext cx="7848600" cy="4087016"/>
          </a:xfrm>
          <a:prstGeom prst="rect">
            <a:avLst/>
          </a:prstGeom>
          <a:noFill/>
          <a:ln>
            <a:noFill/>
          </a:ln>
        </p:spPr>
        <p:txBody>
          <a:bodyPr anchorCtr="0" anchor="t" bIns="0" lIns="0" spcFirstLastPara="1" rIns="0" wrap="square" tIns="105400">
            <a:spAutoFit/>
          </a:bodyPr>
          <a:lstStyle/>
          <a:p>
            <a:pPr indent="-343535" lvl="0" marL="355600" marR="0" rtl="0" algn="l">
              <a:lnSpc>
                <a:spcPct val="100000"/>
              </a:lnSpc>
              <a:spcBef>
                <a:spcPts val="0"/>
              </a:spcBef>
              <a:spcAft>
                <a:spcPts val="0"/>
              </a:spcAft>
              <a:buClr>
                <a:srgbClr val="3366FF"/>
              </a:buClr>
              <a:buSzPts val="3000"/>
              <a:buFont typeface="Noto Sans Symbols"/>
              <a:buChar char="▪"/>
            </a:pPr>
            <a:r>
              <a:rPr b="0" i="0" lang="en-US" sz="3000" u="none" cap="none" strike="noStrike">
                <a:solidFill>
                  <a:schemeClr val="dk1"/>
                </a:solidFill>
                <a:latin typeface="Arial"/>
                <a:ea typeface="Arial"/>
                <a:cs typeface="Arial"/>
                <a:sym typeface="Arial"/>
              </a:rPr>
              <a:t>Giới hạn thời gian</a:t>
            </a:r>
            <a:endParaRPr b="0" i="0" sz="3000" u="none" cap="none" strike="noStrike">
              <a:solidFill>
                <a:schemeClr val="dk1"/>
              </a:solidFill>
              <a:latin typeface="Arial"/>
              <a:ea typeface="Arial"/>
              <a:cs typeface="Arial"/>
              <a:sym typeface="Arial"/>
            </a:endParaRPr>
          </a:p>
          <a:p>
            <a:pPr indent="-287019" lvl="1" marL="756285" marR="0" rtl="0" algn="l">
              <a:lnSpc>
                <a:spcPct val="100000"/>
              </a:lnSpc>
              <a:spcBef>
                <a:spcPts val="640"/>
              </a:spcBef>
              <a:spcAft>
                <a:spcPts val="0"/>
              </a:spcAft>
              <a:buClr>
                <a:srgbClr val="FF0000"/>
              </a:buClr>
              <a:buSzPts val="2600"/>
              <a:buFont typeface="Noto Sans Symbols"/>
              <a:buChar char="▪"/>
            </a:pPr>
            <a:r>
              <a:rPr b="0" i="0" lang="en-US" sz="2600" u="none" cap="none" strike="noStrike">
                <a:solidFill>
                  <a:schemeClr val="dk1"/>
                </a:solidFill>
                <a:latin typeface="Arial"/>
                <a:ea typeface="Arial"/>
                <a:cs typeface="Arial"/>
                <a:sym typeface="Arial"/>
              </a:rPr>
              <a:t>Giành đủ thời gian cho các câu hỏi và nhận xét</a:t>
            </a:r>
            <a:endParaRPr b="0" i="0" sz="1400" u="none" cap="none" strike="noStrike">
              <a:solidFill>
                <a:srgbClr val="000000"/>
              </a:solidFill>
              <a:latin typeface="Arial"/>
              <a:ea typeface="Arial"/>
              <a:cs typeface="Arial"/>
              <a:sym typeface="Arial"/>
            </a:endParaRPr>
          </a:p>
          <a:p>
            <a:pPr indent="-287019" lvl="1" marL="756285" marR="0" rtl="0" algn="l">
              <a:lnSpc>
                <a:spcPct val="100000"/>
              </a:lnSpc>
              <a:spcBef>
                <a:spcPts val="625"/>
              </a:spcBef>
              <a:spcAft>
                <a:spcPts val="0"/>
              </a:spcAft>
              <a:buClr>
                <a:srgbClr val="FF0000"/>
              </a:buClr>
              <a:buSzPts val="2600"/>
              <a:buFont typeface="Noto Sans Symbols"/>
              <a:buChar char="▪"/>
            </a:pPr>
            <a:r>
              <a:rPr b="0" i="0" lang="en-US" sz="2600" u="none" cap="none" strike="noStrike">
                <a:solidFill>
                  <a:schemeClr val="dk1"/>
                </a:solidFill>
                <a:latin typeface="Arial"/>
                <a:ea typeface="Arial"/>
                <a:cs typeface="Arial"/>
                <a:sym typeface="Arial"/>
              </a:rPr>
              <a:t>Cần phân rõ thời gian cho từng nội dung</a:t>
            </a:r>
            <a:endParaRPr b="0" i="0" sz="1400" u="none" cap="none" strike="noStrike">
              <a:solidFill>
                <a:srgbClr val="000000"/>
              </a:solidFill>
              <a:latin typeface="Arial"/>
              <a:ea typeface="Arial"/>
              <a:cs typeface="Arial"/>
              <a:sym typeface="Arial"/>
            </a:endParaRPr>
          </a:p>
          <a:p>
            <a:pPr indent="-287019" lvl="1" marL="756285" marR="0" rtl="0" algn="l">
              <a:lnSpc>
                <a:spcPct val="100000"/>
              </a:lnSpc>
              <a:spcBef>
                <a:spcPts val="625"/>
              </a:spcBef>
              <a:spcAft>
                <a:spcPts val="0"/>
              </a:spcAft>
              <a:buClr>
                <a:srgbClr val="FF0000"/>
              </a:buClr>
              <a:buSzPts val="2600"/>
              <a:buFont typeface="Noto Sans Symbols"/>
              <a:buChar char="▪"/>
            </a:pPr>
            <a:r>
              <a:rPr b="0" i="0" lang="en-US" sz="2600" u="none" cap="none" strike="noStrike">
                <a:solidFill>
                  <a:schemeClr val="dk1"/>
                </a:solidFill>
                <a:latin typeface="Arial"/>
                <a:ea typeface="Arial"/>
                <a:cs typeface="Arial"/>
                <a:sym typeface="Arial"/>
              </a:rPr>
              <a:t>Kiểm soát thời gian để hoàn tất bài thuyết trình</a:t>
            </a:r>
            <a:endParaRPr b="0" i="0" sz="2600" u="none" cap="none" strike="noStrike">
              <a:solidFill>
                <a:schemeClr val="dk1"/>
              </a:solidFill>
              <a:latin typeface="Arial"/>
              <a:ea typeface="Arial"/>
              <a:cs typeface="Arial"/>
              <a:sym typeface="Arial"/>
            </a:endParaRPr>
          </a:p>
          <a:p>
            <a:pPr indent="-287019" lvl="1" marL="756285" marR="0" rtl="0" algn="l">
              <a:lnSpc>
                <a:spcPct val="100000"/>
              </a:lnSpc>
              <a:spcBef>
                <a:spcPts val="625"/>
              </a:spcBef>
              <a:spcAft>
                <a:spcPts val="0"/>
              </a:spcAft>
              <a:buClr>
                <a:srgbClr val="FF0000"/>
              </a:buClr>
              <a:buSzPts val="2600"/>
              <a:buFont typeface="Noto Sans Symbols"/>
              <a:buChar char="▪"/>
            </a:pPr>
            <a:r>
              <a:rPr b="0" i="0" lang="en-US" sz="2600" u="none" cap="none" strike="noStrike">
                <a:solidFill>
                  <a:schemeClr val="dk1"/>
                </a:solidFill>
                <a:latin typeface="Arial"/>
                <a:ea typeface="Arial"/>
                <a:cs typeface="Arial"/>
                <a:sym typeface="Arial"/>
              </a:rPr>
              <a:t>Có quá nhiều vấn đề trong thời gian ngắn:</a:t>
            </a:r>
            <a:endParaRPr b="0" i="0" sz="1400" u="none" cap="none" strike="noStrike">
              <a:solidFill>
                <a:srgbClr val="000000"/>
              </a:solidFill>
              <a:latin typeface="Arial"/>
              <a:ea typeface="Arial"/>
              <a:cs typeface="Arial"/>
              <a:sym typeface="Arial"/>
            </a:endParaRPr>
          </a:p>
          <a:p>
            <a:pPr indent="-229235" lvl="2" marL="1155700" marR="0" rtl="0" algn="l">
              <a:lnSpc>
                <a:spcPct val="100000"/>
              </a:lnSpc>
              <a:spcBef>
                <a:spcPts val="530"/>
              </a:spcBef>
              <a:spcAft>
                <a:spcPts val="0"/>
              </a:spcAft>
              <a:buClr>
                <a:srgbClr val="0000FF"/>
              </a:buClr>
              <a:buSzPts val="2200"/>
              <a:buFont typeface="Arial"/>
              <a:buChar char="•"/>
            </a:pPr>
            <a:r>
              <a:rPr b="0" i="0" lang="en-US" sz="2200" u="none" cap="none" strike="noStrike">
                <a:solidFill>
                  <a:schemeClr val="dk1"/>
                </a:solidFill>
                <a:latin typeface="Arial"/>
                <a:ea typeface="Arial"/>
                <a:cs typeface="Arial"/>
                <a:sym typeface="Arial"/>
              </a:rPr>
              <a:t>Đưa ra trọng tâm</a:t>
            </a:r>
            <a:endParaRPr b="0" i="0" sz="2200" u="none" cap="none" strike="noStrike">
              <a:solidFill>
                <a:schemeClr val="dk1"/>
              </a:solidFill>
              <a:latin typeface="Arial"/>
              <a:ea typeface="Arial"/>
              <a:cs typeface="Arial"/>
              <a:sym typeface="Arial"/>
            </a:endParaRPr>
          </a:p>
          <a:p>
            <a:pPr indent="-229235" lvl="2" marL="1155700" marR="0" rtl="0" algn="l">
              <a:lnSpc>
                <a:spcPct val="100000"/>
              </a:lnSpc>
              <a:spcBef>
                <a:spcPts val="530"/>
              </a:spcBef>
              <a:spcAft>
                <a:spcPts val="0"/>
              </a:spcAft>
              <a:buClr>
                <a:srgbClr val="0000FF"/>
              </a:buClr>
              <a:buSzPts val="2200"/>
              <a:buFont typeface="Arial"/>
              <a:buChar char="•"/>
            </a:pPr>
            <a:r>
              <a:rPr b="0" i="0" lang="en-US" sz="2200" u="none" cap="none" strike="noStrike">
                <a:solidFill>
                  <a:schemeClr val="dk1"/>
                </a:solidFill>
                <a:latin typeface="Arial"/>
                <a:ea typeface="Arial"/>
                <a:cs typeface="Arial"/>
                <a:sym typeface="Arial"/>
              </a:rPr>
              <a:t>Phải thử nhiều lần</a:t>
            </a:r>
            <a:endParaRPr b="0" i="0" sz="2200" u="none" cap="none" strike="noStrike">
              <a:solidFill>
                <a:schemeClr val="dk1"/>
              </a:solidFill>
              <a:latin typeface="Arial"/>
              <a:ea typeface="Arial"/>
              <a:cs typeface="Arial"/>
              <a:sym typeface="Arial"/>
            </a:endParaRPr>
          </a:p>
          <a:p>
            <a:pPr indent="-229235" lvl="2" marL="1155700" marR="0" rtl="0" algn="l">
              <a:lnSpc>
                <a:spcPct val="100000"/>
              </a:lnSpc>
              <a:spcBef>
                <a:spcPts val="530"/>
              </a:spcBef>
              <a:spcAft>
                <a:spcPts val="0"/>
              </a:spcAft>
              <a:buClr>
                <a:srgbClr val="0000FF"/>
              </a:buClr>
              <a:buSzPts val="2200"/>
              <a:buFont typeface="Arial"/>
              <a:buChar char="•"/>
            </a:pPr>
            <a:r>
              <a:rPr b="0" i="0" lang="en-US" sz="2200" u="none" cap="none" strike="noStrike">
                <a:solidFill>
                  <a:schemeClr val="dk1"/>
                </a:solidFill>
                <a:latin typeface="Arial"/>
                <a:ea typeface="Arial"/>
                <a:cs typeface="Arial"/>
                <a:sym typeface="Arial"/>
              </a:rPr>
              <a:t>Khẩn cấp: Có thể bỏ qua vài slide</a:t>
            </a:r>
            <a:endParaRPr b="0" i="0" sz="2200" u="none" cap="none" strike="noStrike">
              <a:solidFill>
                <a:schemeClr val="dk1"/>
              </a:solidFill>
              <a:latin typeface="Arial"/>
              <a:ea typeface="Arial"/>
              <a:cs typeface="Arial"/>
              <a:sym typeface="Arial"/>
            </a:endParaRPr>
          </a:p>
          <a:p>
            <a:pPr indent="-229235" lvl="2" marL="1155700" marR="0" rtl="0" algn="l">
              <a:lnSpc>
                <a:spcPct val="100000"/>
              </a:lnSpc>
              <a:spcBef>
                <a:spcPts val="525"/>
              </a:spcBef>
              <a:spcAft>
                <a:spcPts val="0"/>
              </a:spcAft>
              <a:buClr>
                <a:srgbClr val="0000FF"/>
              </a:buClr>
              <a:buSzPts val="2200"/>
              <a:buFont typeface="Arial"/>
              <a:buChar char="•"/>
            </a:pPr>
            <a:r>
              <a:rPr b="0" i="0" lang="en-US" sz="2200" u="none" cap="none" strike="noStrike">
                <a:solidFill>
                  <a:schemeClr val="dk1"/>
                </a:solidFill>
                <a:latin typeface="Arial"/>
                <a:ea typeface="Arial"/>
                <a:cs typeface="Arial"/>
                <a:sym typeface="Arial"/>
              </a:rPr>
              <a:t>Tăng tốc độ: Không bao giờ !</a:t>
            </a:r>
            <a:endParaRPr b="0" i="0" sz="2200" u="none" cap="none" strike="noStrike">
              <a:solidFill>
                <a:schemeClr val="dk1"/>
              </a:solidFill>
              <a:latin typeface="Arial"/>
              <a:ea typeface="Arial"/>
              <a:cs typeface="Arial"/>
              <a:sym typeface="Arial"/>
            </a:endParaRPr>
          </a:p>
        </p:txBody>
      </p:sp>
      <p:sp>
        <p:nvSpPr>
          <p:cNvPr id="289" name="Google Shape;289;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8"/>
          <p:cNvSpPr txBox="1"/>
          <p:nvPr>
            <p:ph type="title"/>
          </p:nvPr>
        </p:nvSpPr>
        <p:spPr>
          <a:xfrm>
            <a:off x="457200" y="76200"/>
            <a:ext cx="7467600" cy="990600"/>
          </a:xfrm>
          <a:prstGeom prst="rect">
            <a:avLst/>
          </a:prstGeom>
          <a:noFill/>
          <a:ln>
            <a:noFill/>
          </a:ln>
        </p:spPr>
        <p:txBody>
          <a:bodyPr anchorCtr="0" anchor="ctr" bIns="0" lIns="0" spcFirstLastPara="1" rIns="0" wrap="square" tIns="12700">
            <a:spAutoFit/>
          </a:bodyPr>
          <a:lstStyle/>
          <a:p>
            <a:pPr indent="0" lvl="0" marL="239395" rtl="0" algn="l">
              <a:lnSpc>
                <a:spcPct val="100000"/>
              </a:lnSpc>
              <a:spcBef>
                <a:spcPts val="0"/>
              </a:spcBef>
              <a:spcAft>
                <a:spcPts val="0"/>
              </a:spcAft>
              <a:buSzPts val="1400"/>
              <a:buNone/>
            </a:pPr>
            <a:r>
              <a:rPr lang="en-US"/>
              <a:t>Một số điểm cần lưu ý khi thuyết trình</a:t>
            </a:r>
            <a:endParaRPr/>
          </a:p>
        </p:txBody>
      </p:sp>
      <p:sp>
        <p:nvSpPr>
          <p:cNvPr id="295" name="Google Shape;295;p58"/>
          <p:cNvSpPr txBox="1"/>
          <p:nvPr/>
        </p:nvSpPr>
        <p:spPr>
          <a:xfrm>
            <a:off x="612140" y="1164082"/>
            <a:ext cx="7196455" cy="3990975"/>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Diện mạo</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1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phù hợp hoàn cảnh</a:t>
            </a:r>
            <a:endParaRPr b="0" i="0" sz="2800" u="none" cap="none" strike="noStrike">
              <a:solidFill>
                <a:schemeClr val="dk1"/>
              </a:solidFill>
              <a:latin typeface="Arial"/>
              <a:ea typeface="Arial"/>
              <a:cs typeface="Arial"/>
              <a:sym typeface="Arial"/>
            </a:endParaRPr>
          </a:p>
          <a:p>
            <a:pPr indent="0" lvl="1" marL="457200" marR="0" rtl="0" algn="l">
              <a:lnSpc>
                <a:spcPct val="100000"/>
              </a:lnSpc>
              <a:spcBef>
                <a:spcPts val="10"/>
              </a:spcBef>
              <a:spcAft>
                <a:spcPts val="0"/>
              </a:spcAft>
              <a:buClr>
                <a:srgbClr val="FF0000"/>
              </a:buClr>
              <a:buSzPts val="2900"/>
              <a:buFont typeface="Noto Sans Symbols"/>
              <a:buNone/>
            </a:pPr>
            <a:r>
              <a:t/>
            </a:r>
            <a:endParaRPr b="0" i="0" sz="2900" u="none" cap="none" strike="noStrike">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Chiến lược trình bày</a:t>
            </a:r>
            <a:endParaRPr b="0" i="0" sz="3200" u="none" cap="none" strike="noStrike">
              <a:solidFill>
                <a:schemeClr val="dk1"/>
              </a:solidFill>
              <a:latin typeface="Arial"/>
              <a:ea typeface="Arial"/>
              <a:cs typeface="Arial"/>
              <a:sym typeface="Arial"/>
            </a:endParaRPr>
          </a:p>
          <a:p>
            <a:pPr indent="-287019" lvl="1" marL="756285" marR="25400" rtl="0" algn="l">
              <a:lnSpc>
                <a:spcPct val="100000"/>
              </a:lnSpc>
              <a:spcBef>
                <a:spcPts val="1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Bám sát theo đúng nội dung và thời gian  thuyết trình, tránh lạc đề</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Giữ đúng tiến độ</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Truyền tải thông tin đơn giản và trực tiếp</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Chuyển dần từ đơn giản đến phức tạp</a:t>
            </a:r>
            <a:endParaRPr b="0" i="0" sz="2800" u="none" cap="none" strike="noStrike">
              <a:solidFill>
                <a:schemeClr val="dk1"/>
              </a:solidFill>
              <a:latin typeface="Arial"/>
              <a:ea typeface="Arial"/>
              <a:cs typeface="Arial"/>
              <a:sym typeface="Arial"/>
            </a:endParaRPr>
          </a:p>
        </p:txBody>
      </p:sp>
      <p:sp>
        <p:nvSpPr>
          <p:cNvPr id="296" name="Google Shape;296;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9"/>
          <p:cNvSpPr txBox="1"/>
          <p:nvPr>
            <p:ph type="title"/>
          </p:nvPr>
        </p:nvSpPr>
        <p:spPr>
          <a:xfrm>
            <a:off x="3689350" y="228600"/>
            <a:ext cx="1630680" cy="51371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SzPts val="1400"/>
              <a:buNone/>
            </a:pPr>
            <a:r>
              <a:rPr lang="en-US"/>
              <a:t>Kết luận</a:t>
            </a:r>
            <a:endParaRPr/>
          </a:p>
        </p:txBody>
      </p:sp>
      <p:sp>
        <p:nvSpPr>
          <p:cNvPr id="302" name="Google Shape;302;p59"/>
          <p:cNvSpPr txBox="1"/>
          <p:nvPr/>
        </p:nvSpPr>
        <p:spPr>
          <a:xfrm>
            <a:off x="612140" y="1314826"/>
            <a:ext cx="8074660" cy="3123291"/>
          </a:xfrm>
          <a:prstGeom prst="rect">
            <a:avLst/>
          </a:prstGeom>
          <a:noFill/>
          <a:ln>
            <a:noFill/>
          </a:ln>
        </p:spPr>
        <p:txBody>
          <a:bodyPr anchorCtr="0" anchor="t" bIns="0" lIns="0" spcFirstLastPara="1" rIns="0" wrap="square" tIns="167000">
            <a:spAutoFit/>
          </a:bodyPr>
          <a:lstStyle/>
          <a:p>
            <a:pPr indent="-343535" lvl="0" marL="355600" marR="0" rtl="0" algn="l">
              <a:lnSpc>
                <a:spcPct val="100000"/>
              </a:lnSpc>
              <a:spcBef>
                <a:spcPts val="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Trình bày &gt;&gt;&gt; hiểu vấn đề đó</a:t>
            </a:r>
            <a:endParaRPr b="0" i="0" sz="3200" u="none" cap="none" strike="noStrike">
              <a:solidFill>
                <a:schemeClr val="dk1"/>
              </a:solidFill>
              <a:latin typeface="Arial"/>
              <a:ea typeface="Arial"/>
              <a:cs typeface="Arial"/>
              <a:sym typeface="Arial"/>
            </a:endParaRPr>
          </a:p>
          <a:p>
            <a:pPr indent="-343535" lvl="0" marL="355600" marR="0" rtl="0" algn="l">
              <a:lnSpc>
                <a:spcPct val="100000"/>
              </a:lnSpc>
              <a:spcBef>
                <a:spcPts val="1215"/>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Muốn chuyên nghiệp </a:t>
            </a:r>
            <a:r>
              <a:rPr b="0" i="0" lang="en-US" sz="3200" u="none" cap="none" strike="noStrike">
                <a:solidFill>
                  <a:schemeClr val="dk1"/>
                </a:solidFill>
                <a:latin typeface="Noto Sans Symbols"/>
                <a:ea typeface="Noto Sans Symbols"/>
                <a:cs typeface="Noto Sans Symbols"/>
                <a:sym typeface="Noto Sans Symbols"/>
              </a:rPr>
              <a:t>→</a:t>
            </a:r>
            <a:r>
              <a:rPr b="0" i="0" lang="en-US" sz="3200" u="none" cap="none" strike="noStrike">
                <a:solidFill>
                  <a:schemeClr val="dk1"/>
                </a:solidFill>
                <a:latin typeface="Times New Roman"/>
                <a:ea typeface="Times New Roman"/>
                <a:cs typeface="Times New Roman"/>
                <a:sym typeface="Times New Roman"/>
              </a:rPr>
              <a:t> </a:t>
            </a:r>
            <a:r>
              <a:rPr b="0" i="0" lang="en-US" sz="3200" u="none" cap="none" strike="noStrike">
                <a:solidFill>
                  <a:schemeClr val="dk1"/>
                </a:solidFill>
                <a:latin typeface="Arial"/>
                <a:ea typeface="Arial"/>
                <a:cs typeface="Arial"/>
                <a:sym typeface="Arial"/>
              </a:rPr>
              <a:t>phải trình bày tốt</a:t>
            </a:r>
            <a:endParaRPr b="0" i="0" sz="1400" u="none" cap="none" strike="noStrike">
              <a:solidFill>
                <a:srgbClr val="000000"/>
              </a:solidFill>
              <a:latin typeface="Arial"/>
              <a:ea typeface="Arial"/>
              <a:cs typeface="Arial"/>
              <a:sym typeface="Arial"/>
            </a:endParaRPr>
          </a:p>
          <a:p>
            <a:pPr indent="-343535" lvl="0" marL="355600" marR="0" rtl="0" algn="l">
              <a:lnSpc>
                <a:spcPct val="100000"/>
              </a:lnSpc>
              <a:spcBef>
                <a:spcPts val="1190"/>
              </a:spcBef>
              <a:spcAft>
                <a:spcPts val="0"/>
              </a:spcAft>
              <a:buClr>
                <a:srgbClr val="3366FF"/>
              </a:buClr>
              <a:buSzPts val="3200"/>
              <a:buFont typeface="Noto Sans Symbols"/>
              <a:buChar char="▪"/>
            </a:pPr>
            <a:r>
              <a:rPr b="0" i="0" lang="en-US" sz="3200" u="none" cap="none" strike="noStrike">
                <a:solidFill>
                  <a:schemeClr val="dk1"/>
                </a:solidFill>
                <a:latin typeface="Arial"/>
                <a:ea typeface="Arial"/>
                <a:cs typeface="Arial"/>
                <a:sym typeface="Arial"/>
              </a:rPr>
              <a:t>Để nâng cao kỹ năng trình bày:</a:t>
            </a:r>
            <a:endParaRPr b="0" i="0" sz="3200" u="none" cap="none" strike="noStrike">
              <a:solidFill>
                <a:schemeClr val="dk1"/>
              </a:solidFill>
              <a:latin typeface="Arial"/>
              <a:ea typeface="Arial"/>
              <a:cs typeface="Arial"/>
              <a:sym typeface="Arial"/>
            </a:endParaRPr>
          </a:p>
          <a:p>
            <a:pPr indent="-287019" lvl="1" marL="756285" marR="0" rtl="0" algn="l">
              <a:lnSpc>
                <a:spcPct val="100000"/>
              </a:lnSpc>
              <a:spcBef>
                <a:spcPts val="1215"/>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Chỉ khi thực sự muốn điều đó</a:t>
            </a:r>
            <a:endParaRPr b="0" i="0" sz="2800" u="none" cap="none" strike="noStrike">
              <a:solidFill>
                <a:schemeClr val="dk1"/>
              </a:solidFill>
              <a:latin typeface="Arial"/>
              <a:ea typeface="Arial"/>
              <a:cs typeface="Arial"/>
              <a:sym typeface="Arial"/>
            </a:endParaRPr>
          </a:p>
          <a:p>
            <a:pPr indent="-287019" lvl="1" marL="756285" marR="0" rtl="0" algn="l">
              <a:lnSpc>
                <a:spcPct val="100000"/>
              </a:lnSpc>
              <a:spcBef>
                <a:spcPts val="1200"/>
              </a:spcBef>
              <a:spcAft>
                <a:spcPts val="0"/>
              </a:spcAft>
              <a:buClr>
                <a:srgbClr val="FF0000"/>
              </a:buClr>
              <a:buSzPts val="2800"/>
              <a:buFont typeface="Noto Sans Symbols"/>
              <a:buChar char="▪"/>
            </a:pPr>
            <a:r>
              <a:rPr b="0" i="0" lang="en-US" sz="2800" u="none" cap="none" strike="noStrike">
                <a:solidFill>
                  <a:schemeClr val="dk1"/>
                </a:solidFill>
                <a:latin typeface="Arial"/>
                <a:ea typeface="Arial"/>
                <a:cs typeface="Arial"/>
                <a:sym typeface="Arial"/>
              </a:rPr>
              <a:t>Và phải luyện tập nhiều</a:t>
            </a:r>
            <a:endParaRPr b="0" i="0" sz="2800" u="none" cap="none" strike="noStrike">
              <a:solidFill>
                <a:schemeClr val="dk1"/>
              </a:solidFill>
              <a:latin typeface="Arial"/>
              <a:ea typeface="Arial"/>
              <a:cs typeface="Arial"/>
              <a:sym typeface="Arial"/>
            </a:endParaRPr>
          </a:p>
        </p:txBody>
      </p:sp>
      <p:sp>
        <p:nvSpPr>
          <p:cNvPr id="303" name="Google Shape;303;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60"/>
          <p:cNvSpPr txBox="1"/>
          <p:nvPr>
            <p:ph idx="1" type="body"/>
          </p:nvPr>
        </p:nvSpPr>
        <p:spPr>
          <a:xfrm>
            <a:off x="3124200" y="2819400"/>
            <a:ext cx="2438400" cy="1219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None/>
            </a:pPr>
            <a:r>
              <a:rPr lang="en-US" sz="4000">
                <a:solidFill>
                  <a:schemeClr val="dk1"/>
                </a:solidFill>
              </a:rPr>
              <a:t>End</a:t>
            </a:r>
            <a:endParaRPr sz="3600">
              <a:solidFill>
                <a:schemeClr val="dk1"/>
              </a:solidFill>
            </a:endParaRPr>
          </a:p>
        </p:txBody>
      </p:sp>
      <p:sp>
        <p:nvSpPr>
          <p:cNvPr id="309" name="Google Shape;309;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30C599715398E846B9F5C96D719BC946" ma:contentTypeVersion="10" ma:contentTypeDescription="Tạo tài liệu mới." ma:contentTypeScope="" ma:versionID="9817822c1f3044bafdc21460540c1bc6">
  <xsd:schema xmlns:xsd="http://www.w3.org/2001/XMLSchema" xmlns:xs="http://www.w3.org/2001/XMLSchema" xmlns:p="http://schemas.microsoft.com/office/2006/metadata/properties" xmlns:ns2="274f4dba-92f6-42b2-b85a-f022aa77e23e" xmlns:ns3="386bdc73-7593-4974-a02e-eccd61b7f97d" targetNamespace="http://schemas.microsoft.com/office/2006/metadata/properties" ma:root="true" ma:fieldsID="4038c53c068d9005a9090cf83158430c" ns2:_="" ns3:_="">
    <xsd:import namespace="274f4dba-92f6-42b2-b85a-f022aa77e23e"/>
    <xsd:import namespace="386bdc73-7593-4974-a02e-eccd61b7f9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4f4dba-92f6-42b2-b85a-f022aa77e2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hẻ Hình ảnh" ma:readOnly="false" ma:fieldId="{5cf76f15-5ced-4ddc-b409-7134ff3c332f}" ma:taxonomyMulti="true" ma:sspId="158d9f12-b085-4db2-abbf-1ae4638ef84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86bdc73-7593-4974-a02e-eccd61b7f97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a1d31b-43c7-4bf7-8a02-12f35af2a6fe}" ma:internalName="TaxCatchAll" ma:showField="CatchAllData" ma:web="386bdc73-7593-4974-a02e-eccd61b7f9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86bdc73-7593-4974-a02e-eccd61b7f97d" xsi:nil="true"/>
    <lcf76f155ced4ddcb4097134ff3c332f xmlns="274f4dba-92f6-42b2-b85a-f022aa77e23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AE5CDF0-DA0A-4093-AE67-E63403379440}"/>
</file>

<file path=customXml/itemProps2.xml><?xml version="1.0" encoding="utf-8"?>
<ds:datastoreItem xmlns:ds="http://schemas.openxmlformats.org/officeDocument/2006/customXml" ds:itemID="{485AEEB7-88CE-4015-A0D9-AEC21E3A9256}"/>
</file>

<file path=customXml/itemProps3.xml><?xml version="1.0" encoding="utf-8"?>
<ds:datastoreItem xmlns:ds="http://schemas.openxmlformats.org/officeDocument/2006/customXml" ds:itemID="{E6D596B6-ED5C-4A59-BFF5-E5FD03BC9822}"/>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Pham Duy Anh</dc:creator>
  <dcterms:created xsi:type="dcterms:W3CDTF">2017-10-17T01:43:35Z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0x01010030C599715398E846B9F5C96D719BC946</vt:lpwstr>
  </property>
</Properties>
</file>