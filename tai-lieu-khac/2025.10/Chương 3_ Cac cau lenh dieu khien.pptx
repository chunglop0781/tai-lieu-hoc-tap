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9" r:id="rId3"/>
    <p:sldId id="349" r:id="rId4"/>
    <p:sldId id="373" r:id="rId5"/>
    <p:sldId id="350" r:id="rId6"/>
    <p:sldId id="374" r:id="rId7"/>
    <p:sldId id="351" r:id="rId8"/>
    <p:sldId id="372" r:id="rId9"/>
    <p:sldId id="352" r:id="rId10"/>
    <p:sldId id="353" r:id="rId11"/>
    <p:sldId id="357" r:id="rId12"/>
    <p:sldId id="358" r:id="rId13"/>
    <p:sldId id="26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1B46"/>
    <a:srgbClr val="969593"/>
    <a:srgbClr val="27307F"/>
    <a:srgbClr val="28156F"/>
    <a:srgbClr val="FFF9C9"/>
    <a:srgbClr val="F3D400"/>
    <a:srgbClr val="FFCC99"/>
    <a:srgbClr val="FFFFCC"/>
    <a:srgbClr val="FFFFFF"/>
    <a:srgbClr val="7575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32" autoAdjust="0"/>
    <p:restoredTop sz="85154" autoAdjust="0"/>
  </p:normalViewPr>
  <p:slideViewPr>
    <p:cSldViewPr>
      <p:cViewPr varScale="1">
        <p:scale>
          <a:sx n="63" d="100"/>
          <a:sy n="63" d="100"/>
        </p:scale>
        <p:origin x="936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22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94CC23-BD79-400E-ACEB-A0E053AF4777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D12BB6-0389-405F-A5F3-4553C483B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6450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328702-633C-4F70-8B53-8514E3E7250E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490163-FAFD-47D6-BE4F-B2E71F8CC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189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490163-FAFD-47D6-BE4F-B2E71F8CC24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0734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490163-FAFD-47D6-BE4F-B2E71F8CC24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2738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90000"/>
              </a:lnSpc>
              <a:buFontTx/>
              <a:buChar char="-"/>
            </a:pPr>
            <a:r>
              <a:rPr lang="en-US" altLang="en-US" sz="1200" dirty="0" err="1"/>
              <a:t>cho</a:t>
            </a:r>
            <a:r>
              <a:rPr lang="en-US" altLang="en-US" sz="1200" dirty="0"/>
              <a:t> </a:t>
            </a:r>
            <a:r>
              <a:rPr lang="en-US" altLang="en-US" sz="1200" dirty="0" err="1"/>
              <a:t>phép</a:t>
            </a:r>
            <a:r>
              <a:rPr lang="en-US" altLang="en-US" sz="1200" dirty="0"/>
              <a:t> </a:t>
            </a:r>
            <a:r>
              <a:rPr lang="en-US" altLang="en-US" sz="1200" dirty="0" err="1"/>
              <a:t>lựa</a:t>
            </a:r>
            <a:r>
              <a:rPr lang="en-US" altLang="en-US" sz="1200" dirty="0"/>
              <a:t> </a:t>
            </a:r>
            <a:r>
              <a:rPr lang="en-US" altLang="en-US" sz="1200" dirty="0" err="1"/>
              <a:t>chọn</a:t>
            </a:r>
            <a:r>
              <a:rPr lang="en-US" altLang="en-US" sz="1200" dirty="0"/>
              <a:t> </a:t>
            </a:r>
            <a:r>
              <a:rPr lang="en-US" altLang="en-US" sz="1200" dirty="0" err="1"/>
              <a:t>để</a:t>
            </a:r>
            <a:r>
              <a:rPr lang="en-US" altLang="en-US" sz="1200" dirty="0"/>
              <a:t> </a:t>
            </a:r>
            <a:r>
              <a:rPr lang="en-US" altLang="en-US" sz="1200" dirty="0" err="1"/>
              <a:t>thực</a:t>
            </a:r>
            <a:r>
              <a:rPr lang="en-US" altLang="en-US" sz="1200" dirty="0"/>
              <a:t> </a:t>
            </a:r>
            <a:r>
              <a:rPr lang="en-US" altLang="en-US" sz="1200" dirty="0" err="1"/>
              <a:t>hiện</a:t>
            </a:r>
            <a:r>
              <a:rPr lang="en-US" altLang="en-US" sz="1200" dirty="0"/>
              <a:t> </a:t>
            </a:r>
            <a:r>
              <a:rPr lang="en-US" altLang="en-US" sz="1200" dirty="0" err="1"/>
              <a:t>một</a:t>
            </a:r>
            <a:r>
              <a:rPr lang="en-US" altLang="en-US" sz="1200" dirty="0"/>
              <a:t> </a:t>
            </a:r>
            <a:r>
              <a:rPr lang="en-US" altLang="en-US" sz="1200" dirty="0" err="1"/>
              <a:t>trong</a:t>
            </a:r>
            <a:r>
              <a:rPr lang="en-US" altLang="en-US" sz="1200" dirty="0"/>
              <a:t> </a:t>
            </a:r>
            <a:r>
              <a:rPr lang="en-US" altLang="en-US" sz="1200" dirty="0" err="1"/>
              <a:t>hai</a:t>
            </a:r>
            <a:r>
              <a:rPr lang="en-US" altLang="en-US" sz="1200" dirty="0"/>
              <a:t> </a:t>
            </a:r>
            <a:r>
              <a:rPr lang="en-US" altLang="en-US" sz="1200" dirty="0" err="1"/>
              <a:t>nhánh</a:t>
            </a:r>
            <a:r>
              <a:rPr lang="en-US" altLang="en-US" sz="1200" dirty="0"/>
              <a:t> </a:t>
            </a:r>
            <a:r>
              <a:rPr lang="en-US" altLang="en-US" sz="1200" dirty="0" err="1"/>
              <a:t>tùy</a:t>
            </a:r>
            <a:r>
              <a:rPr lang="en-US" altLang="en-US" sz="1200" dirty="0"/>
              <a:t> </a:t>
            </a:r>
            <a:r>
              <a:rPr lang="en-US" altLang="en-US" sz="1200" dirty="0" err="1"/>
              <a:t>thuộc</a:t>
            </a:r>
            <a:r>
              <a:rPr lang="en-US" altLang="en-US" sz="1200" dirty="0"/>
              <a:t> </a:t>
            </a:r>
            <a:r>
              <a:rPr lang="en-US" altLang="en-US" sz="1200" dirty="0" err="1"/>
              <a:t>vào</a:t>
            </a:r>
            <a:r>
              <a:rPr lang="en-US" altLang="en-US" sz="1200" dirty="0"/>
              <a:t> </a:t>
            </a:r>
            <a:r>
              <a:rPr lang="en-US" altLang="en-US" sz="1200" dirty="0" err="1"/>
              <a:t>điều</a:t>
            </a:r>
            <a:r>
              <a:rPr lang="en-US" altLang="en-US" sz="1200" dirty="0"/>
              <a:t> </a:t>
            </a:r>
            <a:r>
              <a:rPr lang="en-US" altLang="en-US" sz="1200" dirty="0" err="1"/>
              <a:t>kiện</a:t>
            </a:r>
            <a:r>
              <a:rPr lang="en-US" altLang="en-US" sz="1200" dirty="0"/>
              <a:t> </a:t>
            </a:r>
            <a:r>
              <a:rPr lang="en-US" altLang="en-US" sz="1200" dirty="0" err="1"/>
              <a:t>đúng</a:t>
            </a:r>
            <a:r>
              <a:rPr lang="en-US" altLang="en-US" sz="1200" dirty="0"/>
              <a:t> (</a:t>
            </a:r>
            <a:r>
              <a:rPr lang="en-US" altLang="en-US" sz="1200" dirty="0" err="1"/>
              <a:t>khác</a:t>
            </a:r>
            <a:r>
              <a:rPr lang="en-US" altLang="en-US" sz="1200" dirty="0"/>
              <a:t> </a:t>
            </a:r>
            <a:r>
              <a:rPr lang="en-US" altLang="en-US" sz="1200" dirty="0" err="1"/>
              <a:t>không</a:t>
            </a:r>
            <a:r>
              <a:rPr lang="en-US" altLang="en-US" sz="1200" dirty="0"/>
              <a:t>) hay </a:t>
            </a:r>
            <a:r>
              <a:rPr lang="en-US" altLang="en-US" sz="1200" dirty="0" err="1"/>
              <a:t>sai</a:t>
            </a:r>
            <a:r>
              <a:rPr lang="en-US" altLang="en-US" sz="1200" dirty="0"/>
              <a:t> (</a:t>
            </a:r>
            <a:r>
              <a:rPr lang="en-US" altLang="en-US" sz="1200" dirty="0" err="1"/>
              <a:t>bằng</a:t>
            </a:r>
            <a:r>
              <a:rPr lang="en-US" altLang="en-US" sz="1200" dirty="0"/>
              <a:t> </a:t>
            </a:r>
            <a:r>
              <a:rPr lang="en-US" altLang="en-US" sz="1200" dirty="0" err="1"/>
              <a:t>không</a:t>
            </a:r>
            <a:r>
              <a:rPr lang="en-US" altLang="en-US" sz="1200" dirty="0"/>
              <a:t>) </a:t>
            </a:r>
            <a:r>
              <a:rPr lang="en-US" altLang="en-US" sz="1200" dirty="0" err="1"/>
              <a:t>của</a:t>
            </a:r>
            <a:r>
              <a:rPr lang="en-US" altLang="en-US" sz="1200" dirty="0"/>
              <a:t> </a:t>
            </a:r>
            <a:r>
              <a:rPr lang="en-US" altLang="en-US" sz="1200" dirty="0" err="1"/>
              <a:t>một</a:t>
            </a:r>
            <a:r>
              <a:rPr lang="en-US" altLang="en-US" sz="1200" dirty="0"/>
              <a:t> </a:t>
            </a:r>
            <a:r>
              <a:rPr lang="en-US" altLang="en-US" sz="1200" dirty="0" err="1"/>
              <a:t>biểu</a:t>
            </a:r>
            <a:r>
              <a:rPr lang="en-US" altLang="en-US" sz="1200" dirty="0"/>
              <a:t> </a:t>
            </a:r>
            <a:r>
              <a:rPr lang="en-US" altLang="en-US" sz="1200" dirty="0" err="1"/>
              <a:t>thức</a:t>
            </a:r>
            <a:r>
              <a:rPr lang="en-US" altLang="en-US" sz="1200" dirty="0"/>
              <a:t>, </a:t>
            </a:r>
            <a:r>
              <a:rPr lang="en-US" altLang="en-US" sz="1200" dirty="0" err="1"/>
              <a:t>gọi</a:t>
            </a:r>
            <a:r>
              <a:rPr lang="en-US" altLang="en-US" sz="1200" dirty="0"/>
              <a:t> </a:t>
            </a:r>
            <a:r>
              <a:rPr lang="en-US" altLang="en-US" sz="1200" dirty="0" err="1"/>
              <a:t>là</a:t>
            </a:r>
            <a:r>
              <a:rPr lang="en-US" altLang="en-US" sz="1200" dirty="0"/>
              <a:t> </a:t>
            </a:r>
            <a:r>
              <a:rPr lang="en-US" altLang="en-US" sz="1200" dirty="0" err="1"/>
              <a:t>biểu</a:t>
            </a:r>
            <a:r>
              <a:rPr lang="en-US" altLang="en-US" sz="1200" dirty="0"/>
              <a:t> </a:t>
            </a:r>
            <a:r>
              <a:rPr lang="en-US" altLang="en-US" sz="1200" dirty="0" err="1"/>
              <a:t>thức</a:t>
            </a:r>
            <a:r>
              <a:rPr lang="en-US" altLang="en-US" sz="1200" dirty="0"/>
              <a:t> </a:t>
            </a:r>
            <a:r>
              <a:rPr lang="en-US" altLang="en-US" sz="1200" dirty="0" err="1"/>
              <a:t>điều</a:t>
            </a:r>
            <a:r>
              <a:rPr lang="en-US" altLang="en-US" sz="1200" dirty="0"/>
              <a:t> </a:t>
            </a:r>
            <a:r>
              <a:rPr lang="en-US" altLang="en-US" sz="1200" dirty="0" err="1"/>
              <a:t>kiện</a:t>
            </a:r>
            <a:r>
              <a:rPr lang="en-US" altLang="en-US" sz="1200" dirty="0"/>
              <a:t>. </a:t>
            </a:r>
            <a:r>
              <a:rPr lang="en-US" altLang="en-US" sz="1200" dirty="0" err="1"/>
              <a:t>Mỗi</a:t>
            </a:r>
            <a:r>
              <a:rPr lang="en-US" altLang="en-US" sz="1200" dirty="0"/>
              <a:t> </a:t>
            </a:r>
            <a:r>
              <a:rPr lang="en-US" altLang="en-US" sz="1200" dirty="0" err="1"/>
              <a:t>nhánh</a:t>
            </a:r>
            <a:r>
              <a:rPr lang="en-US" altLang="en-US" sz="1200" dirty="0"/>
              <a:t> </a:t>
            </a:r>
            <a:r>
              <a:rPr lang="en-US" altLang="en-US" sz="1200" dirty="0" err="1"/>
              <a:t>của</a:t>
            </a:r>
            <a:r>
              <a:rPr lang="en-US" altLang="en-US" sz="1200" dirty="0"/>
              <a:t> </a:t>
            </a:r>
            <a:r>
              <a:rPr lang="en-US" altLang="en-US" sz="1200" dirty="0" err="1"/>
              <a:t>lệnh</a:t>
            </a:r>
            <a:r>
              <a:rPr lang="en-US" altLang="en-US" sz="1200" dirty="0"/>
              <a:t> if </a:t>
            </a:r>
            <a:r>
              <a:rPr lang="en-US" altLang="en-US" sz="1200" dirty="0" err="1"/>
              <a:t>là</a:t>
            </a:r>
            <a:r>
              <a:rPr lang="en-US" altLang="en-US" sz="1200" dirty="0"/>
              <a:t> </a:t>
            </a:r>
            <a:r>
              <a:rPr lang="en-US" altLang="en-US" sz="1200" dirty="0" err="1"/>
              <a:t>một</a:t>
            </a:r>
            <a:r>
              <a:rPr lang="en-US" altLang="en-US" sz="1200" dirty="0"/>
              <a:t> </a:t>
            </a:r>
            <a:r>
              <a:rPr lang="en-US" altLang="en-US" sz="1200" dirty="0" err="1"/>
              <a:t>khối</a:t>
            </a:r>
            <a:r>
              <a:rPr lang="en-US" altLang="en-US" sz="1200" dirty="0"/>
              <a:t> </a:t>
            </a:r>
            <a:r>
              <a:rPr lang="en-US" altLang="en-US" sz="1200" dirty="0" err="1"/>
              <a:t>lệnh</a:t>
            </a:r>
            <a:r>
              <a:rPr lang="en-US" altLang="en-US" sz="1200" dirty="0"/>
              <a:t> </a:t>
            </a:r>
            <a:r>
              <a:rPr lang="en-US" altLang="en-US" sz="1200" dirty="0" err="1"/>
              <a:t>khác</a:t>
            </a:r>
            <a:r>
              <a:rPr lang="en-US" altLang="en-US" sz="1200" dirty="0"/>
              <a:t> </a:t>
            </a:r>
            <a:r>
              <a:rPr lang="en-US" altLang="en-US" sz="1200" dirty="0" err="1"/>
              <a:t>nhau</a:t>
            </a:r>
            <a:r>
              <a:rPr lang="en-US" altLang="en-US" sz="12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490163-FAFD-47D6-BE4F-B2E71F8CC24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1932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90000"/>
              </a:lnSpc>
              <a:buFontTx/>
              <a:buChar char="-"/>
            </a:pPr>
            <a:r>
              <a:rPr lang="en-US" altLang="en-US" sz="1200" dirty="0" err="1"/>
              <a:t>cho</a:t>
            </a:r>
            <a:r>
              <a:rPr lang="en-US" altLang="en-US" sz="1200" dirty="0"/>
              <a:t> </a:t>
            </a:r>
            <a:r>
              <a:rPr lang="en-US" altLang="en-US" sz="1200" dirty="0" err="1"/>
              <a:t>phép</a:t>
            </a:r>
            <a:r>
              <a:rPr lang="en-US" altLang="en-US" sz="1200" dirty="0"/>
              <a:t> </a:t>
            </a:r>
            <a:r>
              <a:rPr lang="en-US" altLang="en-US" sz="1200" dirty="0" err="1"/>
              <a:t>lựa</a:t>
            </a:r>
            <a:r>
              <a:rPr lang="en-US" altLang="en-US" sz="1200" dirty="0"/>
              <a:t> </a:t>
            </a:r>
            <a:r>
              <a:rPr lang="en-US" altLang="en-US" sz="1200" dirty="0" err="1"/>
              <a:t>chọn</a:t>
            </a:r>
            <a:r>
              <a:rPr lang="en-US" altLang="en-US" sz="1200" dirty="0"/>
              <a:t> </a:t>
            </a:r>
            <a:r>
              <a:rPr lang="en-US" altLang="en-US" sz="1200" dirty="0" err="1"/>
              <a:t>để</a:t>
            </a:r>
            <a:r>
              <a:rPr lang="en-US" altLang="en-US" sz="1200" dirty="0"/>
              <a:t> </a:t>
            </a:r>
            <a:r>
              <a:rPr lang="en-US" altLang="en-US" sz="1200" dirty="0" err="1"/>
              <a:t>thực</a:t>
            </a:r>
            <a:r>
              <a:rPr lang="en-US" altLang="en-US" sz="1200" dirty="0"/>
              <a:t> </a:t>
            </a:r>
            <a:r>
              <a:rPr lang="en-US" altLang="en-US" sz="1200" dirty="0" err="1"/>
              <a:t>hiện</a:t>
            </a:r>
            <a:r>
              <a:rPr lang="en-US" altLang="en-US" sz="1200" dirty="0"/>
              <a:t> </a:t>
            </a:r>
            <a:r>
              <a:rPr lang="en-US" altLang="en-US" sz="1200" dirty="0" err="1"/>
              <a:t>một</a:t>
            </a:r>
            <a:r>
              <a:rPr lang="en-US" altLang="en-US" sz="1200" dirty="0"/>
              <a:t> </a:t>
            </a:r>
            <a:r>
              <a:rPr lang="en-US" altLang="en-US" sz="1200" dirty="0" err="1"/>
              <a:t>trong</a:t>
            </a:r>
            <a:r>
              <a:rPr lang="en-US" altLang="en-US" sz="1200" dirty="0"/>
              <a:t> </a:t>
            </a:r>
            <a:r>
              <a:rPr lang="en-US" altLang="en-US" sz="1200" dirty="0" err="1"/>
              <a:t>hai</a:t>
            </a:r>
            <a:r>
              <a:rPr lang="en-US" altLang="en-US" sz="1200" dirty="0"/>
              <a:t> </a:t>
            </a:r>
            <a:r>
              <a:rPr lang="en-US" altLang="en-US" sz="1200" dirty="0" err="1"/>
              <a:t>nhánh</a:t>
            </a:r>
            <a:r>
              <a:rPr lang="en-US" altLang="en-US" sz="1200" dirty="0"/>
              <a:t> </a:t>
            </a:r>
            <a:r>
              <a:rPr lang="en-US" altLang="en-US" sz="1200" dirty="0" err="1"/>
              <a:t>tùy</a:t>
            </a:r>
            <a:r>
              <a:rPr lang="en-US" altLang="en-US" sz="1200" dirty="0"/>
              <a:t> </a:t>
            </a:r>
            <a:r>
              <a:rPr lang="en-US" altLang="en-US" sz="1200" dirty="0" err="1"/>
              <a:t>thuộc</a:t>
            </a:r>
            <a:r>
              <a:rPr lang="en-US" altLang="en-US" sz="1200" dirty="0"/>
              <a:t> </a:t>
            </a:r>
            <a:r>
              <a:rPr lang="en-US" altLang="en-US" sz="1200" dirty="0" err="1"/>
              <a:t>vào</a:t>
            </a:r>
            <a:r>
              <a:rPr lang="en-US" altLang="en-US" sz="1200" dirty="0"/>
              <a:t> </a:t>
            </a:r>
            <a:r>
              <a:rPr lang="en-US" altLang="en-US" sz="1200" dirty="0" err="1"/>
              <a:t>điều</a:t>
            </a:r>
            <a:r>
              <a:rPr lang="en-US" altLang="en-US" sz="1200" dirty="0"/>
              <a:t> </a:t>
            </a:r>
            <a:r>
              <a:rPr lang="en-US" altLang="en-US" sz="1200" dirty="0" err="1"/>
              <a:t>kiện</a:t>
            </a:r>
            <a:r>
              <a:rPr lang="en-US" altLang="en-US" sz="1200" dirty="0"/>
              <a:t> </a:t>
            </a:r>
            <a:r>
              <a:rPr lang="en-US" altLang="en-US" sz="1200" dirty="0" err="1"/>
              <a:t>đúng</a:t>
            </a:r>
            <a:r>
              <a:rPr lang="en-US" altLang="en-US" sz="1200" dirty="0"/>
              <a:t> (</a:t>
            </a:r>
            <a:r>
              <a:rPr lang="en-US" altLang="en-US" sz="1200" dirty="0" err="1"/>
              <a:t>khác</a:t>
            </a:r>
            <a:r>
              <a:rPr lang="en-US" altLang="en-US" sz="1200" dirty="0"/>
              <a:t> </a:t>
            </a:r>
            <a:r>
              <a:rPr lang="en-US" altLang="en-US" sz="1200" dirty="0" err="1"/>
              <a:t>không</a:t>
            </a:r>
            <a:r>
              <a:rPr lang="en-US" altLang="en-US" sz="1200" dirty="0"/>
              <a:t>) hay </a:t>
            </a:r>
            <a:r>
              <a:rPr lang="en-US" altLang="en-US" sz="1200" dirty="0" err="1"/>
              <a:t>sai</a:t>
            </a:r>
            <a:r>
              <a:rPr lang="en-US" altLang="en-US" sz="1200" dirty="0"/>
              <a:t> (</a:t>
            </a:r>
            <a:r>
              <a:rPr lang="en-US" altLang="en-US" sz="1200" dirty="0" err="1"/>
              <a:t>bằng</a:t>
            </a:r>
            <a:r>
              <a:rPr lang="en-US" altLang="en-US" sz="1200" dirty="0"/>
              <a:t> </a:t>
            </a:r>
            <a:r>
              <a:rPr lang="en-US" altLang="en-US" sz="1200" dirty="0" err="1"/>
              <a:t>không</a:t>
            </a:r>
            <a:r>
              <a:rPr lang="en-US" altLang="en-US" sz="1200" dirty="0"/>
              <a:t>) </a:t>
            </a:r>
            <a:r>
              <a:rPr lang="en-US" altLang="en-US" sz="1200" dirty="0" err="1"/>
              <a:t>của</a:t>
            </a:r>
            <a:r>
              <a:rPr lang="en-US" altLang="en-US" sz="1200" dirty="0"/>
              <a:t> </a:t>
            </a:r>
            <a:r>
              <a:rPr lang="en-US" altLang="en-US" sz="1200" dirty="0" err="1"/>
              <a:t>một</a:t>
            </a:r>
            <a:r>
              <a:rPr lang="en-US" altLang="en-US" sz="1200" dirty="0"/>
              <a:t> </a:t>
            </a:r>
            <a:r>
              <a:rPr lang="en-US" altLang="en-US" sz="1200" dirty="0" err="1"/>
              <a:t>biểu</a:t>
            </a:r>
            <a:r>
              <a:rPr lang="en-US" altLang="en-US" sz="1200" dirty="0"/>
              <a:t> </a:t>
            </a:r>
            <a:r>
              <a:rPr lang="en-US" altLang="en-US" sz="1200" dirty="0" err="1"/>
              <a:t>thức</a:t>
            </a:r>
            <a:r>
              <a:rPr lang="en-US" altLang="en-US" sz="1200" dirty="0"/>
              <a:t>, </a:t>
            </a:r>
            <a:r>
              <a:rPr lang="en-US" altLang="en-US" sz="1200" dirty="0" err="1"/>
              <a:t>gọi</a:t>
            </a:r>
            <a:r>
              <a:rPr lang="en-US" altLang="en-US" sz="1200" dirty="0"/>
              <a:t> </a:t>
            </a:r>
            <a:r>
              <a:rPr lang="en-US" altLang="en-US" sz="1200" dirty="0" err="1"/>
              <a:t>là</a:t>
            </a:r>
            <a:r>
              <a:rPr lang="en-US" altLang="en-US" sz="1200" dirty="0"/>
              <a:t> </a:t>
            </a:r>
            <a:r>
              <a:rPr lang="en-US" altLang="en-US" sz="1200" dirty="0" err="1"/>
              <a:t>biểu</a:t>
            </a:r>
            <a:r>
              <a:rPr lang="en-US" altLang="en-US" sz="1200" dirty="0"/>
              <a:t> </a:t>
            </a:r>
            <a:r>
              <a:rPr lang="en-US" altLang="en-US" sz="1200" dirty="0" err="1"/>
              <a:t>thức</a:t>
            </a:r>
            <a:r>
              <a:rPr lang="en-US" altLang="en-US" sz="1200" dirty="0"/>
              <a:t> </a:t>
            </a:r>
            <a:r>
              <a:rPr lang="en-US" altLang="en-US" sz="1200" dirty="0" err="1"/>
              <a:t>điều</a:t>
            </a:r>
            <a:r>
              <a:rPr lang="en-US" altLang="en-US" sz="1200" dirty="0"/>
              <a:t> </a:t>
            </a:r>
            <a:r>
              <a:rPr lang="en-US" altLang="en-US" sz="1200" dirty="0" err="1"/>
              <a:t>kiện</a:t>
            </a:r>
            <a:r>
              <a:rPr lang="en-US" altLang="en-US" sz="1200" dirty="0"/>
              <a:t>. </a:t>
            </a:r>
            <a:r>
              <a:rPr lang="en-US" altLang="en-US" sz="1200" dirty="0" err="1"/>
              <a:t>Mỗi</a:t>
            </a:r>
            <a:r>
              <a:rPr lang="en-US" altLang="en-US" sz="1200" dirty="0"/>
              <a:t> </a:t>
            </a:r>
            <a:r>
              <a:rPr lang="en-US" altLang="en-US" sz="1200" dirty="0" err="1"/>
              <a:t>nhánh</a:t>
            </a:r>
            <a:r>
              <a:rPr lang="en-US" altLang="en-US" sz="1200" dirty="0"/>
              <a:t> </a:t>
            </a:r>
            <a:r>
              <a:rPr lang="en-US" altLang="en-US" sz="1200" dirty="0" err="1"/>
              <a:t>của</a:t>
            </a:r>
            <a:r>
              <a:rPr lang="en-US" altLang="en-US" sz="1200" dirty="0"/>
              <a:t> </a:t>
            </a:r>
            <a:r>
              <a:rPr lang="en-US" altLang="en-US" sz="1200" dirty="0" err="1"/>
              <a:t>lệnh</a:t>
            </a:r>
            <a:r>
              <a:rPr lang="en-US" altLang="en-US" sz="1200" dirty="0"/>
              <a:t> if </a:t>
            </a:r>
            <a:r>
              <a:rPr lang="en-US" altLang="en-US" sz="1200" dirty="0" err="1"/>
              <a:t>là</a:t>
            </a:r>
            <a:r>
              <a:rPr lang="en-US" altLang="en-US" sz="1200" dirty="0"/>
              <a:t> </a:t>
            </a:r>
            <a:r>
              <a:rPr lang="en-US" altLang="en-US" sz="1200" dirty="0" err="1"/>
              <a:t>một</a:t>
            </a:r>
            <a:r>
              <a:rPr lang="en-US" altLang="en-US" sz="1200" dirty="0"/>
              <a:t> </a:t>
            </a:r>
            <a:r>
              <a:rPr lang="en-US" altLang="en-US" sz="1200" dirty="0" err="1"/>
              <a:t>khối</a:t>
            </a:r>
            <a:r>
              <a:rPr lang="en-US" altLang="en-US" sz="1200" dirty="0"/>
              <a:t> </a:t>
            </a:r>
            <a:r>
              <a:rPr lang="en-US" altLang="en-US" sz="1200" dirty="0" err="1"/>
              <a:t>lệnh</a:t>
            </a:r>
            <a:r>
              <a:rPr lang="en-US" altLang="en-US" sz="1200" dirty="0"/>
              <a:t> </a:t>
            </a:r>
            <a:r>
              <a:rPr lang="en-US" altLang="en-US" sz="1200" dirty="0" err="1"/>
              <a:t>khác</a:t>
            </a:r>
            <a:r>
              <a:rPr lang="en-US" altLang="en-US" sz="1200" dirty="0"/>
              <a:t> </a:t>
            </a:r>
            <a:r>
              <a:rPr lang="en-US" altLang="en-US" sz="1200" dirty="0" err="1"/>
              <a:t>nhau</a:t>
            </a:r>
            <a:r>
              <a:rPr lang="en-US" altLang="en-US" sz="12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490163-FAFD-47D6-BE4F-B2E71F8CC24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6044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490163-FAFD-47D6-BE4F-B2E71F8CC24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0231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490163-FAFD-47D6-BE4F-B2E71F8CC24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7501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490163-FAFD-47D6-BE4F-B2E71F8CC24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9001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200" dirty="0"/>
              <a:t>- </a:t>
            </a:r>
            <a:r>
              <a:rPr lang="en-US" altLang="en-US" sz="1200" dirty="0" err="1"/>
              <a:t>Ví</a:t>
            </a:r>
            <a:r>
              <a:rPr lang="en-US" altLang="en-US" sz="1200" dirty="0"/>
              <a:t> </a:t>
            </a:r>
            <a:r>
              <a:rPr lang="en-US" altLang="en-US" sz="1200" dirty="0" err="1"/>
              <a:t>dụ</a:t>
            </a:r>
            <a:r>
              <a:rPr lang="en-US" altLang="en-US" sz="1200" dirty="0"/>
              <a:t>: </a:t>
            </a:r>
            <a:endParaRPr lang="en-US" altLang="en-US" sz="1200" i="1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200" i="1" dirty="0"/>
              <a:t>+ for(</a:t>
            </a:r>
            <a:r>
              <a:rPr lang="en-US" altLang="en-US" sz="1200" i="1" dirty="0" err="1"/>
              <a:t>i</a:t>
            </a:r>
            <a:r>
              <a:rPr lang="en-US" altLang="en-US" sz="1200" i="1" dirty="0"/>
              <a:t>=1;i&lt;=6;i++)</a:t>
            </a:r>
            <a:r>
              <a:rPr lang="en-US" altLang="en-US" sz="1200" i="1" dirty="0" err="1"/>
              <a:t>printf</a:t>
            </a:r>
            <a:r>
              <a:rPr lang="en-US" altLang="en-US" sz="1200" i="1" dirty="0"/>
              <a:t>(“%d  ”,</a:t>
            </a:r>
            <a:r>
              <a:rPr lang="en-US" altLang="en-US" sz="1200" i="1" dirty="0" err="1"/>
              <a:t>i</a:t>
            </a:r>
            <a:r>
              <a:rPr lang="en-US" altLang="en-US" sz="1200" i="1" dirty="0"/>
              <a:t>); =&gt; </a:t>
            </a:r>
            <a:r>
              <a:rPr lang="en-US" altLang="en-US" sz="1200" dirty="0" err="1"/>
              <a:t>kết</a:t>
            </a:r>
            <a:r>
              <a:rPr lang="en-US" altLang="en-US" sz="1200" dirty="0"/>
              <a:t> </a:t>
            </a:r>
            <a:r>
              <a:rPr lang="en-US" altLang="en-US" sz="1200" dirty="0" err="1"/>
              <a:t>quả</a:t>
            </a:r>
            <a:r>
              <a:rPr lang="en-US" altLang="en-US" sz="1200" dirty="0"/>
              <a:t>: 1 2 3 4 5 6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200" i="1" dirty="0"/>
              <a:t>+ </a:t>
            </a:r>
            <a:r>
              <a:rPr lang="en-US" altLang="en-US" sz="1200" i="1" dirty="0" err="1"/>
              <a:t>i</a:t>
            </a:r>
            <a:r>
              <a:rPr lang="en-US" altLang="en-US" sz="1200" i="1" dirty="0"/>
              <a:t>=1;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200" i="1" dirty="0"/>
              <a:t>   while (</a:t>
            </a:r>
            <a:r>
              <a:rPr lang="en-US" altLang="en-US" sz="1200" i="1" dirty="0" err="1"/>
              <a:t>i</a:t>
            </a:r>
            <a:r>
              <a:rPr lang="en-US" altLang="en-US" sz="1200" i="1" dirty="0"/>
              <a:t>&lt;7)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200" i="1" dirty="0"/>
              <a:t>       {</a:t>
            </a:r>
            <a:r>
              <a:rPr lang="en-US" altLang="en-US" sz="1200" i="1" dirty="0" err="1"/>
              <a:t>printf</a:t>
            </a:r>
            <a:r>
              <a:rPr lang="en-US" altLang="en-US" sz="1200" i="1" dirty="0"/>
              <a:t>(“%d  ”,</a:t>
            </a:r>
            <a:r>
              <a:rPr lang="en-US" altLang="en-US" sz="1200" i="1" dirty="0" err="1"/>
              <a:t>i</a:t>
            </a:r>
            <a:r>
              <a:rPr lang="en-US" altLang="en-US" sz="1200" i="1" dirty="0"/>
              <a:t>); </a:t>
            </a:r>
            <a:r>
              <a:rPr lang="en-US" altLang="en-US" sz="1200" i="1" dirty="0" err="1"/>
              <a:t>i</a:t>
            </a:r>
            <a:r>
              <a:rPr lang="en-US" altLang="en-US" sz="1200" i="1" dirty="0"/>
              <a:t>++ ; }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490163-FAFD-47D6-BE4F-B2E71F8CC24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6837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200" dirty="0" err="1"/>
              <a:t>Lệnh</a:t>
            </a:r>
            <a:r>
              <a:rPr lang="en-US" altLang="en-US" sz="1200" dirty="0"/>
              <a:t> </a:t>
            </a:r>
            <a:r>
              <a:rPr lang="en-US" altLang="en-US" sz="1200" dirty="0" err="1"/>
              <a:t>được</a:t>
            </a:r>
            <a:r>
              <a:rPr lang="en-US" altLang="en-US" sz="1200" dirty="0"/>
              <a:t> </a:t>
            </a:r>
            <a:r>
              <a:rPr lang="en-US" altLang="en-US" sz="1200" dirty="0" err="1"/>
              <a:t>thực</a:t>
            </a:r>
            <a:r>
              <a:rPr lang="en-US" altLang="en-US" sz="1200" dirty="0"/>
              <a:t> </a:t>
            </a:r>
            <a:r>
              <a:rPr lang="en-US" altLang="en-US" sz="1200" dirty="0" err="1"/>
              <a:t>hiện</a:t>
            </a:r>
            <a:r>
              <a:rPr lang="en-US" altLang="en-US" sz="1200" dirty="0"/>
              <a:t> </a:t>
            </a:r>
            <a:r>
              <a:rPr lang="en-US" altLang="en-US" sz="1200" dirty="0" err="1"/>
              <a:t>cho</a:t>
            </a:r>
            <a:r>
              <a:rPr lang="en-US" altLang="en-US" sz="1200" dirty="0"/>
              <a:t> </a:t>
            </a:r>
            <a:r>
              <a:rPr lang="en-US" altLang="en-US" sz="1200" dirty="0" err="1"/>
              <a:t>đến</a:t>
            </a:r>
            <a:r>
              <a:rPr lang="en-US" altLang="en-US" sz="1200" dirty="0"/>
              <a:t> </a:t>
            </a:r>
            <a:r>
              <a:rPr lang="en-US" altLang="en-US" sz="1200" dirty="0" err="1"/>
              <a:t>khi</a:t>
            </a:r>
            <a:r>
              <a:rPr lang="en-US" altLang="en-US" sz="1200" dirty="0"/>
              <a:t> </a:t>
            </a:r>
            <a:r>
              <a:rPr lang="en-US" altLang="en-US" sz="1200" dirty="0" err="1"/>
              <a:t>biểu</a:t>
            </a:r>
            <a:r>
              <a:rPr lang="en-US" altLang="en-US" sz="1200" dirty="0"/>
              <a:t> </a:t>
            </a:r>
            <a:r>
              <a:rPr lang="en-US" altLang="en-US" sz="1200" dirty="0" err="1"/>
              <a:t>thức</a:t>
            </a:r>
            <a:r>
              <a:rPr lang="en-US" altLang="en-US" sz="1200" dirty="0"/>
              <a:t> </a:t>
            </a:r>
            <a:r>
              <a:rPr lang="en-US" altLang="en-US" sz="1200" dirty="0" err="1"/>
              <a:t>đạt</a:t>
            </a:r>
            <a:r>
              <a:rPr lang="en-US" altLang="en-US" sz="1200" dirty="0"/>
              <a:t> </a:t>
            </a:r>
            <a:r>
              <a:rPr lang="en-US" altLang="en-US" sz="1200" dirty="0" err="1"/>
              <a:t>giá</a:t>
            </a:r>
            <a:r>
              <a:rPr lang="en-US" altLang="en-US" sz="1200" dirty="0"/>
              <a:t> </a:t>
            </a:r>
            <a:r>
              <a:rPr lang="en-US" altLang="en-US" sz="1200" dirty="0" err="1"/>
              <a:t>trị</a:t>
            </a:r>
            <a:r>
              <a:rPr lang="en-US" altLang="en-US" sz="1200" dirty="0"/>
              <a:t> </a:t>
            </a:r>
            <a:r>
              <a:rPr lang="en-US" altLang="en-US" sz="1200" dirty="0" err="1"/>
              <a:t>sai</a:t>
            </a:r>
            <a:endParaRPr lang="en-US" altLang="en-US" sz="12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200" dirty="0"/>
              <a:t>- </a:t>
            </a:r>
            <a:r>
              <a:rPr lang="en-US" altLang="en-US" sz="1200" dirty="0" err="1"/>
              <a:t>Ví</a:t>
            </a:r>
            <a:r>
              <a:rPr lang="en-US" altLang="en-US" sz="1200" dirty="0"/>
              <a:t> </a:t>
            </a:r>
            <a:r>
              <a:rPr lang="en-US" altLang="en-US" sz="1200" dirty="0" err="1"/>
              <a:t>dụ</a:t>
            </a:r>
            <a:r>
              <a:rPr lang="en-US" altLang="en-US" sz="1200" dirty="0"/>
              <a:t>:</a:t>
            </a:r>
            <a:endParaRPr lang="en-US" altLang="en-US" sz="1200" i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200" i="1" dirty="0"/>
              <a:t>+ for(</a:t>
            </a:r>
            <a:r>
              <a:rPr lang="en-US" altLang="en-US" sz="1200" i="1" dirty="0" err="1"/>
              <a:t>i</a:t>
            </a:r>
            <a:r>
              <a:rPr lang="en-US" altLang="en-US" sz="1200" i="1" dirty="0"/>
              <a:t>=1;i&lt;=6;i++)</a:t>
            </a:r>
            <a:r>
              <a:rPr lang="en-US" altLang="en-US" sz="1200" i="1" dirty="0" err="1"/>
              <a:t>printf</a:t>
            </a:r>
            <a:r>
              <a:rPr lang="en-US" altLang="en-US" sz="1200" i="1" dirty="0"/>
              <a:t>(“%d  ”,</a:t>
            </a:r>
            <a:r>
              <a:rPr lang="en-US" altLang="en-US" sz="1200" i="1" dirty="0" err="1"/>
              <a:t>i</a:t>
            </a:r>
            <a:r>
              <a:rPr lang="en-US" altLang="en-US" sz="1200" i="1" dirty="0"/>
              <a:t>);</a:t>
            </a:r>
            <a:endParaRPr lang="en-US" altLang="en-US" sz="12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200" dirty="0"/>
              <a:t>+  </a:t>
            </a:r>
            <a:r>
              <a:rPr lang="en-US" altLang="en-US" sz="1200" dirty="0" err="1"/>
              <a:t>i</a:t>
            </a:r>
            <a:r>
              <a:rPr lang="en-US" altLang="en-US" sz="1200" dirty="0"/>
              <a:t>=1;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200" dirty="0"/>
              <a:t>    do 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200" dirty="0"/>
              <a:t>      {</a:t>
            </a:r>
            <a:r>
              <a:rPr lang="en-US" altLang="en-US" sz="1200" i="1" dirty="0" err="1"/>
              <a:t>printf</a:t>
            </a:r>
            <a:r>
              <a:rPr lang="en-US" altLang="en-US" sz="1200" i="1" dirty="0"/>
              <a:t>(“%d  ”,</a:t>
            </a:r>
            <a:r>
              <a:rPr lang="en-US" altLang="en-US" sz="1200" i="1" dirty="0" err="1"/>
              <a:t>i</a:t>
            </a:r>
            <a:r>
              <a:rPr lang="en-US" altLang="en-US" sz="1200" i="1" dirty="0"/>
              <a:t>);    </a:t>
            </a:r>
            <a:r>
              <a:rPr lang="en-US" altLang="en-US" sz="1200" i="1" dirty="0" err="1"/>
              <a:t>i</a:t>
            </a:r>
            <a:r>
              <a:rPr lang="en-US" altLang="en-US" sz="1200" i="1" dirty="0"/>
              <a:t>++;    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200" i="1" dirty="0"/>
              <a:t>   while (</a:t>
            </a:r>
            <a:r>
              <a:rPr lang="en-US" altLang="en-US" sz="1200" i="1" dirty="0" err="1"/>
              <a:t>i</a:t>
            </a:r>
            <a:r>
              <a:rPr lang="en-US" altLang="en-US" sz="1200" i="1" dirty="0"/>
              <a:t>&lt;7);</a:t>
            </a:r>
            <a:r>
              <a:rPr lang="en-US" altLang="en-US" sz="1200" dirty="0"/>
              <a:t> 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490163-FAFD-47D6-BE4F-B2E71F8CC24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0943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Khi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sử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dụng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lệnh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lặp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như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for, while hay do – while ở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ví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dụ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trên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ñiều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kiện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thoát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khỏi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vòng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lặp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này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là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biểu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thức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kiểm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Tuy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nhiên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trong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một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vài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trường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hợp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ta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muốn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thoát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khỏi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vòng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lặp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này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ngay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tức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thời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khi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ñó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thể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sử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dụng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lệnh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break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490163-FAFD-47D6-BE4F-B2E71F8CC24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2926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490163-FAFD-47D6-BE4F-B2E71F8CC24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4885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65A95-8804-471B-A29B-5843876CE03A}" type="datetime1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73BD-8CE5-47C4-B8E5-573200B24DAB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424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138114"/>
            <a:ext cx="685800" cy="685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62600"/>
            <a:ext cx="12192000" cy="12954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3869B-2706-4F47-86E8-7E435D5580E7}" type="datetime1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73BD-8CE5-47C4-B8E5-573200B24D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735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8F8F8">
            <a:alpha val="8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>
            <a:normAutofit/>
          </a:bodyPr>
          <a:lstStyle>
            <a:lvl1pPr algn="l">
              <a:defRPr sz="3600" b="1" cap="all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383A1-3A72-4558-9F11-DBF54638D1B9}" type="datetime1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73BD-8CE5-47C4-B8E5-573200B24DA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62600"/>
            <a:ext cx="12192000" cy="1295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138114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466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498ED-BF1D-404D-A9B3-20A2C5E7E41C}" type="datetime1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73BD-8CE5-47C4-B8E5-573200B24DAB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62600"/>
            <a:ext cx="12192000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774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DBBCC-BA96-4F45-AA78-C86FBB1E72FD}" type="datetime1">
              <a:rPr lang="en-US" smtClean="0"/>
              <a:t>9/21/2025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51"/>
          <a:stretch/>
        </p:blipFill>
        <p:spPr>
          <a:xfrm>
            <a:off x="0" y="4812792"/>
            <a:ext cx="12192000" cy="2037588"/>
          </a:xfrm>
          <a:prstGeom prst="rect">
            <a:avLst/>
          </a:prstGeom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73BD-8CE5-47C4-B8E5-573200B24D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528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3FBB-A5B0-4358-A02C-2C4E72058B32}" type="datetime1">
              <a:rPr lang="en-US" smtClean="0"/>
              <a:t>9/21/2025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73BD-8CE5-47C4-B8E5-573200B24DAB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62600"/>
            <a:ext cx="12192000" cy="12954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138114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351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412ED-BA32-4F80-83A4-E0E085D67E7B}" type="datetime1">
              <a:rPr lang="en-US" smtClean="0"/>
              <a:t>9/21/2025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73BD-8CE5-47C4-B8E5-573200B24DAB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62600"/>
            <a:ext cx="12192000" cy="1295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138114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340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B6FA1-B739-40F8-BAB2-8AE8582B572D}" type="datetime1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73BD-8CE5-47C4-B8E5-573200B24DAB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62600"/>
            <a:ext cx="12192000" cy="12954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138114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60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7A1F9-2CEB-437C-9C69-5C14573C8617}" type="datetime1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73BD-8CE5-47C4-B8E5-573200B24DAB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62600"/>
            <a:ext cx="12192000" cy="12954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138114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990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F4435-CD17-41D1-BD53-E83B27677F05}" type="datetime1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73BD-8CE5-47C4-B8E5-573200B24DA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62600"/>
            <a:ext cx="12192000" cy="1295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138114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375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A801-1A1D-4A00-8EF8-561C5DA849FB}" type="datetime1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73BD-8CE5-47C4-B8E5-573200B24DA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62600"/>
            <a:ext cx="12192000" cy="1295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138114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143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9C0E7A-4F27-4C76-AA27-C5BE7C4E3E8C}" type="datetime1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A973BD-8CE5-47C4-B8E5-573200B24D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52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3" r="685" b="43134"/>
          <a:stretch/>
        </p:blipFill>
        <p:spPr>
          <a:xfrm>
            <a:off x="0" y="0"/>
            <a:ext cx="121920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4267200"/>
            <a:ext cx="6477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smtClean="0">
                <a:solidFill>
                  <a:srgbClr val="161B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Tin học đại cương- </a:t>
            </a:r>
            <a:r>
              <a:rPr lang="en-US" sz="3200" b="1" smtClean="0">
                <a:solidFill>
                  <a:srgbClr val="161B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IT0.004.2</a:t>
            </a:r>
            <a:endParaRPr lang="en-US" sz="3200" b="1" dirty="0">
              <a:solidFill>
                <a:srgbClr val="161B4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200" err="1">
                <a:solidFill>
                  <a:srgbClr val="161B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sz="3200">
                <a:solidFill>
                  <a:srgbClr val="161B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smtClean="0">
                <a:solidFill>
                  <a:srgbClr val="161B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3: Các lệnh điều khiển</a:t>
            </a:r>
            <a:endParaRPr lang="en-US" sz="3200" dirty="0">
              <a:solidFill>
                <a:srgbClr val="161B4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181600" y="5797768"/>
            <a:ext cx="7118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bày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400" b="1" smtClean="0">
                <a:latin typeface="Arial" panose="020B0604020202020204" pitchFamily="34" charset="0"/>
                <a:cs typeface="Arial" panose="020B0604020202020204" pitchFamily="34" charset="0"/>
              </a:rPr>
              <a:t>Bộ môn công nghệ phần mềm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4822723" y="6324600"/>
            <a:ext cx="2844800" cy="365125"/>
          </a:xfrm>
        </p:spPr>
        <p:txBody>
          <a:bodyPr/>
          <a:lstStyle/>
          <a:p>
            <a:pPr algn="ctr"/>
            <a:fld id="{A3A973BD-8CE5-47C4-B8E5-573200B24DAB}" type="slidenum">
              <a:rPr lang="en-US" smtClean="0"/>
              <a:pPr algn="ctr"/>
              <a:t>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661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9727"/>
            <a:ext cx="12192000" cy="914400"/>
          </a:xfrm>
          <a:prstGeom prst="rect">
            <a:avLst/>
          </a:prstGeom>
          <a:solidFill>
            <a:srgbClr val="28156F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           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31594"/>
            <a:ext cx="7543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chemeClr val="bg1"/>
                </a:solidFill>
              </a:rPr>
              <a:t>Nội </a:t>
            </a:r>
            <a:r>
              <a:rPr lang="en-US" sz="3200" b="1" smtClean="0">
                <a:solidFill>
                  <a:schemeClr val="bg1"/>
                </a:solidFill>
              </a:rPr>
              <a:t>dung Các câu lệnh điều khiển</a:t>
            </a:r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138114"/>
            <a:ext cx="685800" cy="685800"/>
          </a:xfrm>
          <a:prstGeom prst="rect">
            <a:avLst/>
          </a:prstGeom>
        </p:spPr>
      </p:pic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6D1ED409-01CA-307A-500A-B9441B47F2C1}"/>
              </a:ext>
            </a:extLst>
          </p:cNvPr>
          <p:cNvSpPr txBox="1">
            <a:spLocks/>
          </p:cNvSpPr>
          <p:nvPr/>
        </p:nvSpPr>
        <p:spPr>
          <a:xfrm>
            <a:off x="4822723" y="632460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3A973BD-8CE5-47C4-B8E5-573200B24DAB}" type="slidenum">
              <a:rPr lang="en-US" smtClean="0"/>
              <a:pPr algn="ctr"/>
              <a:t>2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AE805E-95C9-2609-9240-04803894E449}"/>
              </a:ext>
            </a:extLst>
          </p:cNvPr>
          <p:cNvSpPr/>
          <p:nvPr/>
        </p:nvSpPr>
        <p:spPr>
          <a:xfrm>
            <a:off x="580103" y="1145994"/>
            <a:ext cx="80772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sz="2400" smtClean="0">
                <a:solidFill>
                  <a:srgbClr val="000066"/>
                </a:solidFill>
                <a:latin typeface="Arial" pitchFamily="34" charset="0"/>
                <a:cs typeface="Arial" pitchFamily="34" charset="0"/>
              </a:rPr>
              <a:t>Câu </a:t>
            </a:r>
            <a:r>
              <a:rPr lang="en-US" sz="2400" dirty="0" err="1">
                <a:solidFill>
                  <a:srgbClr val="000066"/>
                </a:solidFill>
                <a:latin typeface="Arial" pitchFamily="34" charset="0"/>
                <a:cs typeface="Arial" pitchFamily="34" charset="0"/>
              </a:rPr>
              <a:t>lệnh</a:t>
            </a:r>
            <a:r>
              <a:rPr lang="en-US" sz="2400" dirty="0">
                <a:solidFill>
                  <a:srgbClr val="000066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latin typeface="Arial" pitchFamily="34" charset="0"/>
                <a:cs typeface="Arial" pitchFamily="34" charset="0"/>
              </a:rPr>
              <a:t>rẽ</a:t>
            </a:r>
            <a:r>
              <a:rPr lang="en-US" sz="2400" dirty="0">
                <a:solidFill>
                  <a:srgbClr val="000066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latin typeface="Arial" pitchFamily="34" charset="0"/>
                <a:cs typeface="Arial" pitchFamily="34" charset="0"/>
              </a:rPr>
              <a:t>nhánh</a:t>
            </a:r>
            <a:r>
              <a:rPr lang="en-US" sz="2400" dirty="0">
                <a:solidFill>
                  <a:srgbClr val="000066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n-US" sz="2400" dirty="0" err="1">
                <a:solidFill>
                  <a:srgbClr val="000066"/>
                </a:solidFill>
                <a:latin typeface="Arial" pitchFamily="34" charset="0"/>
                <a:cs typeface="Arial" pitchFamily="34" charset="0"/>
              </a:rPr>
              <a:t>lựa</a:t>
            </a:r>
            <a:r>
              <a:rPr lang="en-US" sz="2400" dirty="0">
                <a:solidFill>
                  <a:srgbClr val="000066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latin typeface="Arial" pitchFamily="34" charset="0"/>
                <a:cs typeface="Arial" pitchFamily="34" charset="0"/>
              </a:rPr>
              <a:t>chọn</a:t>
            </a:r>
            <a:r>
              <a:rPr lang="en-US" sz="2400" dirty="0">
                <a:solidFill>
                  <a:srgbClr val="000066"/>
                </a:solidFill>
                <a:latin typeface="Arial" pitchFamily="34" charset="0"/>
                <a:cs typeface="Arial" pitchFamily="34" charset="0"/>
              </a:rPr>
              <a:t>: if, switch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sz="2400" dirty="0" err="1">
                <a:solidFill>
                  <a:srgbClr val="000066"/>
                </a:solidFill>
                <a:latin typeface="Arial" pitchFamily="34" charset="0"/>
                <a:cs typeface="Arial" pitchFamily="34" charset="0"/>
              </a:rPr>
              <a:t>Câu</a:t>
            </a:r>
            <a:r>
              <a:rPr lang="en-US" sz="2400" dirty="0">
                <a:solidFill>
                  <a:srgbClr val="000066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latin typeface="Arial" pitchFamily="34" charset="0"/>
                <a:cs typeface="Arial" pitchFamily="34" charset="0"/>
              </a:rPr>
              <a:t>lệnh</a:t>
            </a:r>
            <a:r>
              <a:rPr lang="en-US" sz="2400" dirty="0">
                <a:solidFill>
                  <a:srgbClr val="000066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latin typeface="Arial" pitchFamily="34" charset="0"/>
                <a:cs typeface="Arial" pitchFamily="34" charset="0"/>
              </a:rPr>
              <a:t>lặp</a:t>
            </a:r>
            <a:r>
              <a:rPr lang="en-US" sz="2400" dirty="0">
                <a:solidFill>
                  <a:srgbClr val="000066"/>
                </a:solidFill>
                <a:latin typeface="Arial" pitchFamily="34" charset="0"/>
                <a:cs typeface="Arial" pitchFamily="34" charset="0"/>
              </a:rPr>
              <a:t>: for, while, do while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sz="2400" dirty="0" err="1">
                <a:solidFill>
                  <a:srgbClr val="000066"/>
                </a:solidFill>
                <a:latin typeface="Arial" pitchFamily="34" charset="0"/>
                <a:cs typeface="Arial" pitchFamily="34" charset="0"/>
              </a:rPr>
              <a:t>Câu</a:t>
            </a:r>
            <a:r>
              <a:rPr lang="en-US" sz="2400" dirty="0">
                <a:solidFill>
                  <a:srgbClr val="000066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latin typeface="Arial" pitchFamily="34" charset="0"/>
                <a:cs typeface="Arial" pitchFamily="34" charset="0"/>
              </a:rPr>
              <a:t>lệnh</a:t>
            </a:r>
            <a:r>
              <a:rPr lang="en-US" sz="2400" dirty="0">
                <a:solidFill>
                  <a:srgbClr val="000066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0066"/>
                </a:solidFill>
                <a:latin typeface="Arial" pitchFamily="34" charset="0"/>
                <a:cs typeface="Arial" pitchFamily="34" charset="0"/>
              </a:rPr>
              <a:t>khác</a:t>
            </a:r>
            <a:r>
              <a:rPr lang="en-US" sz="2400" dirty="0">
                <a:solidFill>
                  <a:srgbClr val="000066"/>
                </a:solidFill>
                <a:latin typeface="Arial" pitchFamily="34" charset="0"/>
                <a:cs typeface="Arial" pitchFamily="34" charset="0"/>
              </a:rPr>
              <a:t>: break, continue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73BD-8CE5-47C4-B8E5-573200B24DA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826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70987-868B-8469-A307-FE548F6E7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890" y="227014"/>
            <a:ext cx="10972800" cy="1143000"/>
          </a:xfrm>
        </p:spPr>
        <p:txBody>
          <a:bodyPr/>
          <a:lstStyle/>
          <a:p>
            <a:pPr algn="l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3A36A-A138-35F7-A4B2-E08FF4200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if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en-US" sz="3200" dirty="0" err="1"/>
              <a:t>Cú</a:t>
            </a:r>
            <a:r>
              <a:rPr lang="en-US" altLang="en-US" sz="3200" dirty="0"/>
              <a:t> </a:t>
            </a:r>
            <a:r>
              <a:rPr lang="en-US" altLang="en-US" sz="3200" dirty="0" err="1"/>
              <a:t>pháp</a:t>
            </a:r>
            <a:r>
              <a:rPr lang="en-US" altLang="en-US" sz="3200" dirty="0"/>
              <a:t>: </a:t>
            </a:r>
            <a:r>
              <a:rPr lang="en-US" altLang="en-US" sz="3200" dirty="0" err="1"/>
              <a:t>Lệnh</a:t>
            </a:r>
            <a:r>
              <a:rPr lang="en-US" altLang="en-US" sz="3200" dirty="0"/>
              <a:t> if </a:t>
            </a:r>
            <a:r>
              <a:rPr lang="en-US" altLang="en-US" sz="3200" dirty="0" err="1"/>
              <a:t>có</a:t>
            </a:r>
            <a:r>
              <a:rPr lang="en-US" altLang="en-US" sz="3200" dirty="0"/>
              <a:t> </a:t>
            </a:r>
            <a:r>
              <a:rPr lang="en-US" altLang="en-US" sz="3200" dirty="0" err="1"/>
              <a:t>hai</a:t>
            </a:r>
            <a:r>
              <a:rPr lang="en-US" altLang="en-US" sz="3200" dirty="0"/>
              <a:t> </a:t>
            </a:r>
            <a:r>
              <a:rPr lang="en-US" altLang="en-US" sz="3200" dirty="0" err="1"/>
              <a:t>dạng</a:t>
            </a:r>
            <a:r>
              <a:rPr lang="en-US" altLang="en-US" sz="3200" dirty="0"/>
              <a:t> </a:t>
            </a:r>
            <a:r>
              <a:rPr lang="en-US" altLang="en-US" sz="3200" dirty="0" err="1"/>
              <a:t>sau</a:t>
            </a:r>
            <a:endParaRPr lang="en-US" altLang="en-US" sz="32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3200" b="1" dirty="0"/>
              <a:t>     </a:t>
            </a:r>
            <a:r>
              <a:rPr lang="en-US" altLang="en-US" sz="3200" b="1" dirty="0" err="1"/>
              <a:t>Dạng</a:t>
            </a:r>
            <a:r>
              <a:rPr lang="en-US" altLang="en-US" sz="3200" b="1" dirty="0"/>
              <a:t> 1</a:t>
            </a:r>
            <a:endParaRPr lang="en-US" altLang="en-US" sz="32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3200" dirty="0"/>
              <a:t>                    </a:t>
            </a:r>
            <a:r>
              <a:rPr lang="en-US" altLang="en-US" sz="3200" b="1" i="1" dirty="0">
                <a:solidFill>
                  <a:srgbClr val="FF3300"/>
                </a:solidFill>
              </a:rPr>
              <a:t>if (</a:t>
            </a:r>
            <a:r>
              <a:rPr lang="en-US" altLang="en-US" sz="3200" b="1" i="1" dirty="0" err="1">
                <a:solidFill>
                  <a:srgbClr val="FF3300"/>
                </a:solidFill>
              </a:rPr>
              <a:t>điều</a:t>
            </a:r>
            <a:r>
              <a:rPr lang="en-US" altLang="en-US" sz="3200" b="1" i="1" dirty="0">
                <a:solidFill>
                  <a:srgbClr val="FF3300"/>
                </a:solidFill>
              </a:rPr>
              <a:t> </a:t>
            </a:r>
            <a:r>
              <a:rPr lang="en-US" altLang="en-US" sz="3200" b="1" i="1" dirty="0" err="1">
                <a:solidFill>
                  <a:srgbClr val="FF3300"/>
                </a:solidFill>
              </a:rPr>
              <a:t>kiện</a:t>
            </a:r>
            <a:r>
              <a:rPr lang="en-US" altLang="en-US" sz="3200" b="1" i="1" dirty="0">
                <a:solidFill>
                  <a:srgbClr val="FF3300"/>
                </a:solidFill>
              </a:rPr>
              <a:t>)   </a:t>
            </a:r>
            <a:r>
              <a:rPr lang="en-US" altLang="en-US" sz="3200" b="1" i="1" dirty="0" err="1">
                <a:solidFill>
                  <a:srgbClr val="FF3300"/>
                </a:solidFill>
              </a:rPr>
              <a:t>câu</a:t>
            </a:r>
            <a:r>
              <a:rPr lang="en-US" altLang="en-US" sz="3200" b="1" i="1" dirty="0">
                <a:solidFill>
                  <a:srgbClr val="FF3300"/>
                </a:solidFill>
              </a:rPr>
              <a:t> </a:t>
            </a:r>
            <a:r>
              <a:rPr lang="en-US" altLang="en-US" sz="3200" b="1" i="1" dirty="0" err="1">
                <a:solidFill>
                  <a:srgbClr val="FF3300"/>
                </a:solidFill>
              </a:rPr>
              <a:t>lệnh</a:t>
            </a:r>
            <a:r>
              <a:rPr lang="en-US" altLang="en-US" sz="3200" b="1" i="1" dirty="0">
                <a:solidFill>
                  <a:srgbClr val="FF3300"/>
                </a:solidFill>
              </a:rPr>
              <a:t>; </a:t>
            </a:r>
            <a:r>
              <a:rPr lang="en-US" altLang="en-US" sz="3200" b="1" i="1" dirty="0" err="1">
                <a:solidFill>
                  <a:srgbClr val="FF3300"/>
                </a:solidFill>
              </a:rPr>
              <a:t>hoặc</a:t>
            </a:r>
            <a:r>
              <a:rPr lang="en-US" altLang="en-US" sz="3200" b="1" i="1" dirty="0">
                <a:solidFill>
                  <a:srgbClr val="FF3300"/>
                </a:solidFill>
              </a:rPr>
              <a:t> {</a:t>
            </a:r>
            <a:r>
              <a:rPr lang="en-US" altLang="en-US" sz="3200" b="1" i="1" dirty="0" err="1">
                <a:solidFill>
                  <a:srgbClr val="FF3300"/>
                </a:solidFill>
              </a:rPr>
              <a:t>khối</a:t>
            </a:r>
            <a:r>
              <a:rPr lang="en-US" altLang="en-US" sz="3200" b="1" i="1" dirty="0">
                <a:solidFill>
                  <a:srgbClr val="FF3300"/>
                </a:solidFill>
              </a:rPr>
              <a:t> </a:t>
            </a:r>
            <a:r>
              <a:rPr lang="en-US" altLang="en-US" sz="3200" b="1" i="1" dirty="0" err="1">
                <a:solidFill>
                  <a:srgbClr val="FF3300"/>
                </a:solidFill>
              </a:rPr>
              <a:t>lệnh</a:t>
            </a:r>
            <a:r>
              <a:rPr lang="en-US" altLang="en-US" sz="3200" b="1" i="1" dirty="0">
                <a:solidFill>
                  <a:srgbClr val="FF3300"/>
                </a:solidFill>
              </a:rPr>
              <a:t>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3200" b="1" dirty="0"/>
              <a:t>     </a:t>
            </a:r>
            <a:r>
              <a:rPr lang="en-US" altLang="en-US" sz="3200" b="1" dirty="0" err="1"/>
              <a:t>Dạng</a:t>
            </a:r>
            <a:r>
              <a:rPr lang="en-US" altLang="en-US" sz="3200" b="1" dirty="0"/>
              <a:t> 2 	</a:t>
            </a:r>
            <a:endParaRPr lang="en-US" altLang="en-US" sz="32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3200" dirty="0"/>
              <a:t>                          </a:t>
            </a:r>
            <a:r>
              <a:rPr lang="en-US" altLang="en-US" sz="3200" b="1" i="1" dirty="0">
                <a:solidFill>
                  <a:srgbClr val="FF3300"/>
                </a:solidFill>
              </a:rPr>
              <a:t>if (</a:t>
            </a:r>
            <a:r>
              <a:rPr lang="en-US" altLang="en-US" sz="3200" b="1" i="1" dirty="0" err="1">
                <a:solidFill>
                  <a:srgbClr val="FF3300"/>
                </a:solidFill>
              </a:rPr>
              <a:t>điều</a:t>
            </a:r>
            <a:r>
              <a:rPr lang="en-US" altLang="en-US" sz="3200" b="1" i="1" dirty="0">
                <a:solidFill>
                  <a:srgbClr val="FF3300"/>
                </a:solidFill>
              </a:rPr>
              <a:t> </a:t>
            </a:r>
            <a:r>
              <a:rPr lang="en-US" altLang="en-US" sz="3200" b="1" i="1" dirty="0" err="1">
                <a:solidFill>
                  <a:srgbClr val="FF3300"/>
                </a:solidFill>
              </a:rPr>
              <a:t>kiện</a:t>
            </a:r>
            <a:r>
              <a:rPr lang="en-US" altLang="en-US" sz="3200" b="1" i="1" dirty="0">
                <a:solidFill>
                  <a:srgbClr val="FF3300"/>
                </a:solidFill>
              </a:rPr>
              <a:t>) 	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3200" b="1" i="1" dirty="0">
                <a:solidFill>
                  <a:srgbClr val="FF3300"/>
                </a:solidFill>
              </a:rPr>
              <a:t>                                       </a:t>
            </a:r>
            <a:r>
              <a:rPr lang="en-US" altLang="en-US" sz="3200" b="1" i="1" dirty="0" err="1">
                <a:solidFill>
                  <a:srgbClr val="FF3300"/>
                </a:solidFill>
              </a:rPr>
              <a:t>câu</a:t>
            </a:r>
            <a:r>
              <a:rPr lang="en-US" altLang="en-US" sz="3200" b="1" i="1" dirty="0">
                <a:solidFill>
                  <a:srgbClr val="FF3300"/>
                </a:solidFill>
              </a:rPr>
              <a:t> </a:t>
            </a:r>
            <a:r>
              <a:rPr lang="en-US" altLang="en-US" sz="3200" b="1" i="1" dirty="0" err="1">
                <a:solidFill>
                  <a:srgbClr val="FF3300"/>
                </a:solidFill>
              </a:rPr>
              <a:t>lệnh</a:t>
            </a:r>
            <a:r>
              <a:rPr lang="en-US" altLang="en-US" sz="3200" b="1" i="1" dirty="0">
                <a:solidFill>
                  <a:srgbClr val="FF3300"/>
                </a:solidFill>
              </a:rPr>
              <a:t> 1; </a:t>
            </a:r>
            <a:r>
              <a:rPr lang="en-US" altLang="en-US" sz="3200" b="1" i="1" dirty="0" err="1">
                <a:solidFill>
                  <a:srgbClr val="FF3300"/>
                </a:solidFill>
              </a:rPr>
              <a:t>hoặc</a:t>
            </a:r>
            <a:r>
              <a:rPr lang="en-US" altLang="en-US" sz="3200" b="1" i="1" dirty="0">
                <a:solidFill>
                  <a:srgbClr val="FF3300"/>
                </a:solidFill>
              </a:rPr>
              <a:t> </a:t>
            </a:r>
            <a:r>
              <a:rPr lang="en-US" altLang="en-US" b="1" i="1" dirty="0">
                <a:solidFill>
                  <a:srgbClr val="FF3300"/>
                </a:solidFill>
              </a:rPr>
              <a:t>{</a:t>
            </a:r>
            <a:r>
              <a:rPr lang="en-US" altLang="en-US" sz="3200" b="1" i="1" dirty="0" err="1">
                <a:solidFill>
                  <a:srgbClr val="FF3300"/>
                </a:solidFill>
              </a:rPr>
              <a:t>khối</a:t>
            </a:r>
            <a:r>
              <a:rPr lang="en-US" altLang="en-US" sz="3200" b="1" i="1" dirty="0">
                <a:solidFill>
                  <a:srgbClr val="FF3300"/>
                </a:solidFill>
              </a:rPr>
              <a:t> </a:t>
            </a:r>
            <a:r>
              <a:rPr lang="en-US" altLang="en-US" sz="3200" b="1" i="1" dirty="0" err="1">
                <a:solidFill>
                  <a:srgbClr val="FF3300"/>
                </a:solidFill>
              </a:rPr>
              <a:t>lệnh</a:t>
            </a:r>
            <a:r>
              <a:rPr lang="en-US" altLang="en-US" sz="3200" b="1" i="1" dirty="0">
                <a:solidFill>
                  <a:srgbClr val="FF3300"/>
                </a:solidFill>
              </a:rPr>
              <a:t> 1}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3200" b="1" i="1" dirty="0">
                <a:solidFill>
                  <a:srgbClr val="FF3300"/>
                </a:solidFill>
              </a:rPr>
              <a:t>                         else   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3200" b="1" i="1" dirty="0">
                <a:solidFill>
                  <a:srgbClr val="FF3300"/>
                </a:solidFill>
              </a:rPr>
              <a:t>				      </a:t>
            </a:r>
            <a:r>
              <a:rPr lang="en-US" altLang="en-US" sz="3200" b="1" i="1" dirty="0" err="1">
                <a:solidFill>
                  <a:srgbClr val="FF3300"/>
                </a:solidFill>
              </a:rPr>
              <a:t>câu</a:t>
            </a:r>
            <a:r>
              <a:rPr lang="en-US" altLang="en-US" sz="3200" b="1" i="1" dirty="0">
                <a:solidFill>
                  <a:srgbClr val="FF3300"/>
                </a:solidFill>
              </a:rPr>
              <a:t> </a:t>
            </a:r>
            <a:r>
              <a:rPr lang="en-US" altLang="en-US" sz="3200" b="1" i="1" dirty="0" err="1">
                <a:solidFill>
                  <a:srgbClr val="FF3300"/>
                </a:solidFill>
              </a:rPr>
              <a:t>lệnh</a:t>
            </a:r>
            <a:r>
              <a:rPr lang="en-US" altLang="en-US" sz="3200" b="1" i="1" dirty="0">
                <a:solidFill>
                  <a:srgbClr val="FF3300"/>
                </a:solidFill>
              </a:rPr>
              <a:t> 2; </a:t>
            </a:r>
            <a:r>
              <a:rPr lang="en-US" altLang="en-US" sz="3200" b="1" i="1" dirty="0" err="1">
                <a:solidFill>
                  <a:srgbClr val="FF3300"/>
                </a:solidFill>
              </a:rPr>
              <a:t>hoặc</a:t>
            </a:r>
            <a:r>
              <a:rPr lang="en-US" altLang="en-US" sz="3200" b="1" i="1" dirty="0">
                <a:solidFill>
                  <a:srgbClr val="FF3300"/>
                </a:solidFill>
              </a:rPr>
              <a:t> </a:t>
            </a:r>
            <a:r>
              <a:rPr lang="en-US" altLang="en-US" b="1" i="1" dirty="0">
                <a:solidFill>
                  <a:srgbClr val="FF3300"/>
                </a:solidFill>
              </a:rPr>
              <a:t>{</a:t>
            </a:r>
            <a:r>
              <a:rPr lang="en-US" altLang="en-US" sz="3200" b="1" i="1" dirty="0" err="1">
                <a:solidFill>
                  <a:srgbClr val="FF3300"/>
                </a:solidFill>
              </a:rPr>
              <a:t>khối</a:t>
            </a:r>
            <a:r>
              <a:rPr lang="en-US" altLang="en-US" sz="3200" b="1" i="1" dirty="0">
                <a:solidFill>
                  <a:srgbClr val="FF3300"/>
                </a:solidFill>
              </a:rPr>
              <a:t> </a:t>
            </a:r>
            <a:r>
              <a:rPr lang="en-US" altLang="en-US" sz="3200" b="1" i="1" dirty="0" err="1">
                <a:solidFill>
                  <a:srgbClr val="FF3300"/>
                </a:solidFill>
              </a:rPr>
              <a:t>lệnh</a:t>
            </a:r>
            <a:r>
              <a:rPr lang="en-US" altLang="en-US" sz="3200" b="1" i="1" dirty="0">
                <a:solidFill>
                  <a:srgbClr val="FF3300"/>
                </a:solidFill>
              </a:rPr>
              <a:t> 2}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D410C-7B6E-9AA0-8B00-057054887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73BD-8CE5-47C4-B8E5-573200B24DAB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27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70987-868B-8469-A307-FE548F6E7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890" y="227014"/>
            <a:ext cx="10972800" cy="1143000"/>
          </a:xfrm>
        </p:spPr>
        <p:txBody>
          <a:bodyPr/>
          <a:lstStyle/>
          <a:p>
            <a:pPr algn="l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3A36A-A138-35F7-A4B2-E08FF4200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70015"/>
            <a:ext cx="7315200" cy="4986336"/>
          </a:xfrm>
        </p:spPr>
        <p:txBody>
          <a:bodyPr>
            <a:normAutofit/>
          </a:bodyPr>
          <a:lstStyle/>
          <a:p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if</a:t>
            </a:r>
          </a:p>
          <a:p>
            <a:pPr>
              <a:buFontTx/>
              <a:buChar char="-"/>
            </a:pP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endParaRPr lang="en-US" dirty="0"/>
          </a:p>
          <a:p>
            <a:pPr marL="0" indent="0" algn="just" eaLnBrk="1" hangingPunct="1">
              <a:lnSpc>
                <a:spcPct val="80000"/>
              </a:lnSpc>
              <a:buNone/>
            </a:pPr>
            <a:endParaRPr lang="en-US" altLang="en-US" sz="3200" b="1" i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D410C-7B6E-9AA0-8B00-057054887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73BD-8CE5-47C4-B8E5-573200B24DAB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6308375C-401B-7802-4E34-70B4FCB446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3004" y="2959972"/>
            <a:ext cx="3264172" cy="3274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F7C10E8-B1F5-CB80-FD69-7CA35BDA5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2800" y="2959972"/>
            <a:ext cx="4114800" cy="3274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EB706D-5C8F-5068-4AD5-9D7B917EEE52}"/>
              </a:ext>
            </a:extLst>
          </p:cNvPr>
          <p:cNvSpPr txBox="1"/>
          <p:nvPr/>
        </p:nvSpPr>
        <p:spPr>
          <a:xfrm>
            <a:off x="6883400" y="2498446"/>
            <a:ext cx="1854200" cy="496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3200" b="1" i="1" dirty="0" err="1"/>
              <a:t>dạng</a:t>
            </a:r>
            <a:r>
              <a:rPr lang="en-US" altLang="en-US" sz="3200" b="1" i="1" dirty="0"/>
              <a:t> 2</a:t>
            </a:r>
            <a:endParaRPr lang="en-US" altLang="en-US" sz="1800" b="1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C1408E-136C-766F-894B-67A2E476C40F}"/>
              </a:ext>
            </a:extLst>
          </p:cNvPr>
          <p:cNvSpPr txBox="1"/>
          <p:nvPr/>
        </p:nvSpPr>
        <p:spPr>
          <a:xfrm>
            <a:off x="2973688" y="2463810"/>
            <a:ext cx="1854200" cy="496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3200" b="1" i="1" dirty="0" err="1"/>
              <a:t>dạng</a:t>
            </a:r>
            <a:r>
              <a:rPr lang="en-US" altLang="en-US" sz="3200" b="1" i="1" dirty="0"/>
              <a:t> 1</a:t>
            </a:r>
            <a:endParaRPr lang="en-US" altLang="en-US" sz="1800" b="1" i="1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232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70987-868B-8469-A307-FE548F6E7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890" y="227014"/>
            <a:ext cx="10972800" cy="1143000"/>
          </a:xfrm>
        </p:spPr>
        <p:txBody>
          <a:bodyPr/>
          <a:lstStyle/>
          <a:p>
            <a:pPr algn="l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3A36A-A138-35F7-A4B2-E08FF4200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switch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endParaRPr lang="en-US" altLang="en-US" sz="3200" dirty="0"/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en-US" sz="3200" dirty="0" err="1"/>
              <a:t>Cú</a:t>
            </a:r>
            <a:r>
              <a:rPr lang="en-US" altLang="en-US" sz="3200" dirty="0"/>
              <a:t> </a:t>
            </a:r>
            <a:r>
              <a:rPr lang="en-US" altLang="en-US" sz="3200" dirty="0" err="1"/>
              <a:t>pháp</a:t>
            </a:r>
            <a:r>
              <a:rPr lang="en-US" altLang="en-US" sz="3200" dirty="0"/>
              <a:t>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3200" b="1" dirty="0"/>
              <a:t>     </a:t>
            </a:r>
            <a:r>
              <a:rPr lang="en-US" altLang="en-US" sz="3200" b="1" dirty="0">
                <a:solidFill>
                  <a:srgbClr val="FF3300"/>
                </a:solidFill>
              </a:rPr>
              <a:t>switch (</a:t>
            </a:r>
            <a:r>
              <a:rPr lang="en-US" altLang="en-US" sz="3200" dirty="0" err="1">
                <a:solidFill>
                  <a:srgbClr val="FF3300"/>
                </a:solidFill>
              </a:rPr>
              <a:t>biểu</a:t>
            </a:r>
            <a:r>
              <a:rPr lang="en-US" altLang="en-US" sz="3200" dirty="0">
                <a:solidFill>
                  <a:srgbClr val="FF3300"/>
                </a:solidFill>
              </a:rPr>
              <a:t> </a:t>
            </a:r>
            <a:r>
              <a:rPr lang="en-US" altLang="en-US" sz="3200" dirty="0" err="1">
                <a:solidFill>
                  <a:srgbClr val="FF3300"/>
                </a:solidFill>
              </a:rPr>
              <a:t>thức</a:t>
            </a:r>
            <a:r>
              <a:rPr lang="en-US" altLang="en-US" sz="3200" b="1" dirty="0">
                <a:solidFill>
                  <a:srgbClr val="FF3300"/>
                </a:solidFill>
              </a:rPr>
              <a:t>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3200" b="1" dirty="0">
                <a:solidFill>
                  <a:srgbClr val="FF3300"/>
                </a:solidFill>
              </a:rPr>
              <a:t>     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3200" b="1" dirty="0">
                <a:solidFill>
                  <a:srgbClr val="FF3300"/>
                </a:solidFill>
              </a:rPr>
              <a:t>      case </a:t>
            </a:r>
            <a:r>
              <a:rPr lang="en-US" altLang="en-US" sz="3200" dirty="0">
                <a:solidFill>
                  <a:srgbClr val="FF3300"/>
                </a:solidFill>
              </a:rPr>
              <a:t>n1</a:t>
            </a:r>
            <a:r>
              <a:rPr lang="en-US" altLang="en-US" sz="3200" b="1" dirty="0">
                <a:solidFill>
                  <a:srgbClr val="FF3300"/>
                </a:solidFill>
              </a:rPr>
              <a:t>: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3200" b="1" dirty="0">
                <a:solidFill>
                  <a:srgbClr val="FF3300"/>
                </a:solidFill>
              </a:rPr>
              <a:t>                    </a:t>
            </a:r>
            <a:r>
              <a:rPr lang="en-US" altLang="en-US" sz="3200" dirty="0" err="1">
                <a:solidFill>
                  <a:srgbClr val="FF3300"/>
                </a:solidFill>
              </a:rPr>
              <a:t>các</a:t>
            </a:r>
            <a:r>
              <a:rPr lang="en-US" altLang="en-US" sz="3200" dirty="0">
                <a:solidFill>
                  <a:srgbClr val="FF3300"/>
                </a:solidFill>
              </a:rPr>
              <a:t> </a:t>
            </a:r>
            <a:r>
              <a:rPr lang="en-US" altLang="en-US" sz="3200" dirty="0" err="1">
                <a:solidFill>
                  <a:srgbClr val="FF3300"/>
                </a:solidFill>
              </a:rPr>
              <a:t>câu</a:t>
            </a:r>
            <a:r>
              <a:rPr lang="en-US" altLang="en-US" sz="3200" dirty="0">
                <a:solidFill>
                  <a:srgbClr val="FF3300"/>
                </a:solidFill>
              </a:rPr>
              <a:t> </a:t>
            </a:r>
            <a:r>
              <a:rPr lang="en-US" altLang="en-US" sz="3200" dirty="0" err="1">
                <a:solidFill>
                  <a:srgbClr val="FF3300"/>
                </a:solidFill>
              </a:rPr>
              <a:t>lệnh</a:t>
            </a:r>
            <a:endParaRPr lang="en-US" altLang="en-US" sz="3200" dirty="0">
              <a:solidFill>
                <a:srgbClr val="FF33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3200" b="1" dirty="0">
                <a:solidFill>
                  <a:srgbClr val="FF3300"/>
                </a:solidFill>
              </a:rPr>
              <a:t>      case </a:t>
            </a:r>
            <a:r>
              <a:rPr lang="en-US" altLang="en-US" sz="3200" dirty="0">
                <a:solidFill>
                  <a:srgbClr val="FF3300"/>
                </a:solidFill>
              </a:rPr>
              <a:t>n2</a:t>
            </a:r>
            <a:r>
              <a:rPr lang="en-US" altLang="en-US" sz="3200" b="1" dirty="0">
                <a:solidFill>
                  <a:srgbClr val="FF3300"/>
                </a:solidFill>
              </a:rPr>
              <a:t>: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3200" b="1" dirty="0">
                <a:solidFill>
                  <a:srgbClr val="FF3300"/>
                </a:solidFill>
              </a:rPr>
              <a:t>                    </a:t>
            </a:r>
            <a:r>
              <a:rPr lang="en-US" altLang="en-US" sz="3200" dirty="0" err="1">
                <a:solidFill>
                  <a:srgbClr val="FF3300"/>
                </a:solidFill>
              </a:rPr>
              <a:t>các</a:t>
            </a:r>
            <a:r>
              <a:rPr lang="en-US" altLang="en-US" sz="3200" dirty="0">
                <a:solidFill>
                  <a:srgbClr val="FF3300"/>
                </a:solidFill>
              </a:rPr>
              <a:t> </a:t>
            </a:r>
            <a:r>
              <a:rPr lang="en-US" altLang="en-US" sz="3200" dirty="0" err="1">
                <a:solidFill>
                  <a:srgbClr val="FF3300"/>
                </a:solidFill>
              </a:rPr>
              <a:t>câu</a:t>
            </a:r>
            <a:r>
              <a:rPr lang="en-US" altLang="en-US" sz="3200" dirty="0">
                <a:solidFill>
                  <a:srgbClr val="FF3300"/>
                </a:solidFill>
              </a:rPr>
              <a:t> </a:t>
            </a:r>
            <a:r>
              <a:rPr lang="en-US" altLang="en-US" sz="3200" dirty="0" err="1">
                <a:solidFill>
                  <a:srgbClr val="FF3300"/>
                </a:solidFill>
              </a:rPr>
              <a:t>lệnh</a:t>
            </a:r>
            <a:endParaRPr lang="en-US" altLang="en-US" sz="3200" dirty="0">
              <a:solidFill>
                <a:srgbClr val="FF33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3200" b="1" dirty="0">
                <a:solidFill>
                  <a:srgbClr val="FF3300"/>
                </a:solidFill>
              </a:rPr>
              <a:t>       ............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3200" b="1" dirty="0">
                <a:solidFill>
                  <a:srgbClr val="FF3300"/>
                </a:solidFill>
              </a:rPr>
              <a:t>       case </a:t>
            </a:r>
            <a:r>
              <a:rPr lang="en-US" altLang="en-US" sz="3200" dirty="0" err="1">
                <a:solidFill>
                  <a:srgbClr val="FF3300"/>
                </a:solidFill>
              </a:rPr>
              <a:t>nk</a:t>
            </a:r>
            <a:r>
              <a:rPr lang="en-US" altLang="en-US" sz="3200" b="1" dirty="0">
                <a:solidFill>
                  <a:srgbClr val="FF3300"/>
                </a:solidFill>
              </a:rPr>
              <a:t>: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3200" b="1" dirty="0">
                <a:solidFill>
                  <a:srgbClr val="FF3300"/>
                </a:solidFill>
              </a:rPr>
              <a:t>                    </a:t>
            </a:r>
            <a:r>
              <a:rPr lang="en-US" altLang="en-US" sz="3200" dirty="0" err="1">
                <a:solidFill>
                  <a:srgbClr val="FF3300"/>
                </a:solidFill>
              </a:rPr>
              <a:t>các</a:t>
            </a:r>
            <a:r>
              <a:rPr lang="en-US" altLang="en-US" sz="3200" dirty="0">
                <a:solidFill>
                  <a:srgbClr val="FF3300"/>
                </a:solidFill>
              </a:rPr>
              <a:t> </a:t>
            </a:r>
            <a:r>
              <a:rPr lang="en-US" altLang="en-US" sz="3200" dirty="0" err="1">
                <a:solidFill>
                  <a:srgbClr val="FF3300"/>
                </a:solidFill>
              </a:rPr>
              <a:t>câu</a:t>
            </a:r>
            <a:r>
              <a:rPr lang="en-US" altLang="en-US" sz="3200" dirty="0">
                <a:solidFill>
                  <a:srgbClr val="FF3300"/>
                </a:solidFill>
              </a:rPr>
              <a:t> </a:t>
            </a:r>
            <a:r>
              <a:rPr lang="en-US" altLang="en-US" sz="3200" dirty="0" err="1">
                <a:solidFill>
                  <a:srgbClr val="FF3300"/>
                </a:solidFill>
              </a:rPr>
              <a:t>lệnh</a:t>
            </a:r>
            <a:endParaRPr lang="en-US" altLang="en-US" sz="3200" dirty="0">
              <a:solidFill>
                <a:srgbClr val="FF33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3200" b="1" dirty="0">
                <a:solidFill>
                  <a:srgbClr val="FF3300"/>
                </a:solidFill>
              </a:rPr>
              <a:t>       [default: </a:t>
            </a:r>
            <a:r>
              <a:rPr lang="en-US" altLang="en-US" sz="3200" dirty="0" err="1">
                <a:solidFill>
                  <a:srgbClr val="FF3300"/>
                </a:solidFill>
              </a:rPr>
              <a:t>các</a:t>
            </a:r>
            <a:r>
              <a:rPr lang="en-US" altLang="en-US" sz="3200" dirty="0">
                <a:solidFill>
                  <a:srgbClr val="FF3300"/>
                </a:solidFill>
              </a:rPr>
              <a:t> </a:t>
            </a:r>
            <a:r>
              <a:rPr lang="en-US" altLang="en-US" sz="3200" dirty="0" err="1">
                <a:solidFill>
                  <a:srgbClr val="FF3300"/>
                </a:solidFill>
              </a:rPr>
              <a:t>câu</a:t>
            </a:r>
            <a:r>
              <a:rPr lang="en-US" altLang="en-US" sz="3200" dirty="0">
                <a:solidFill>
                  <a:srgbClr val="FF3300"/>
                </a:solidFill>
              </a:rPr>
              <a:t> </a:t>
            </a:r>
            <a:r>
              <a:rPr lang="en-US" altLang="en-US" sz="3200" dirty="0" err="1">
                <a:solidFill>
                  <a:srgbClr val="FF3300"/>
                </a:solidFill>
              </a:rPr>
              <a:t>lệnh</a:t>
            </a:r>
            <a:r>
              <a:rPr lang="en-US" altLang="en-US" sz="3200" b="1" dirty="0">
                <a:solidFill>
                  <a:srgbClr val="FF3300"/>
                </a:solidFill>
              </a:rPr>
              <a:t>]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3200" b="1" dirty="0">
                <a:solidFill>
                  <a:srgbClr val="FF3300"/>
                </a:solidFill>
              </a:rPr>
              <a:t>	  }</a:t>
            </a:r>
            <a:endParaRPr lang="en-US" altLang="en-US" sz="3200" dirty="0">
              <a:solidFill>
                <a:srgbClr val="FF33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D410C-7B6E-9AA0-8B00-057054887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73BD-8CE5-47C4-B8E5-573200B24DAB}" type="slidenum">
              <a:rPr lang="en-US" smtClean="0"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3850E7-68C8-C4D2-D334-30009DFDF948}"/>
              </a:ext>
            </a:extLst>
          </p:cNvPr>
          <p:cNvSpPr txBox="1"/>
          <p:nvPr/>
        </p:nvSpPr>
        <p:spPr>
          <a:xfrm>
            <a:off x="5029200" y="2063513"/>
            <a:ext cx="5715000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/>
              <a:t>- </a:t>
            </a:r>
            <a:r>
              <a:rPr lang="en-US" sz="2400" dirty="0" err="1"/>
              <a:t>ni</a:t>
            </a:r>
            <a:r>
              <a:rPr lang="en-US" sz="2400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hằng</a:t>
            </a:r>
            <a:r>
              <a:rPr lang="en-US" sz="2400" dirty="0"/>
              <a:t> </a:t>
            </a:r>
            <a:r>
              <a:rPr lang="en-US" sz="2400" dirty="0" err="1"/>
              <a:t>số</a:t>
            </a:r>
            <a:r>
              <a:rPr lang="en-US" sz="2400" dirty="0"/>
              <a:t> </a:t>
            </a:r>
            <a:r>
              <a:rPr lang="en-US" sz="2400" dirty="0" err="1"/>
              <a:t>nguyên</a:t>
            </a:r>
            <a:endParaRPr lang="en-US" sz="2400" dirty="0"/>
          </a:p>
          <a:p>
            <a:pPr marL="285750" indent="-285750">
              <a:buFontTx/>
              <a:buChar char="-"/>
              <a:defRPr/>
            </a:pPr>
            <a:r>
              <a:rPr lang="en-US" sz="2400" dirty="0" err="1"/>
              <a:t>nếu</a:t>
            </a:r>
            <a:r>
              <a:rPr lang="en-US" sz="2400" dirty="0"/>
              <a:t> </a:t>
            </a:r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trị</a:t>
            </a:r>
            <a:r>
              <a:rPr lang="en-US" sz="2400" dirty="0"/>
              <a:t> </a:t>
            </a:r>
            <a:r>
              <a:rPr lang="en-US" sz="2400" dirty="0" err="1"/>
              <a:t>biểu</a:t>
            </a:r>
            <a:r>
              <a:rPr lang="en-US" sz="2400" dirty="0"/>
              <a:t> </a:t>
            </a:r>
            <a:r>
              <a:rPr lang="en-US" sz="2400" dirty="0" err="1"/>
              <a:t>thức</a:t>
            </a:r>
            <a:r>
              <a:rPr lang="en-US" sz="2400" dirty="0"/>
              <a:t> = </a:t>
            </a:r>
            <a:r>
              <a:rPr lang="en-US" sz="2400" dirty="0" err="1"/>
              <a:t>ni</a:t>
            </a:r>
            <a:r>
              <a:rPr lang="en-US" sz="2400" dirty="0"/>
              <a:t> </a:t>
            </a:r>
            <a:r>
              <a:rPr lang="en-US" sz="2400" dirty="0" err="1"/>
              <a:t>thì</a:t>
            </a:r>
            <a:r>
              <a:rPr lang="en-US" sz="2400" dirty="0"/>
              <a:t> </a:t>
            </a:r>
            <a:r>
              <a:rPr lang="en-US" sz="2400" dirty="0" err="1"/>
              <a:t>thực</a:t>
            </a:r>
            <a:r>
              <a:rPr lang="en-US" sz="2400" dirty="0"/>
              <a:t> </a:t>
            </a:r>
            <a:r>
              <a:rPr lang="en-US" sz="2400" dirty="0" err="1"/>
              <a:t>hiện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câu</a:t>
            </a:r>
            <a:r>
              <a:rPr lang="en-US" sz="2400" dirty="0"/>
              <a:t> </a:t>
            </a:r>
            <a:r>
              <a:rPr lang="en-US" sz="2400" dirty="0" err="1"/>
              <a:t>lệnh</a:t>
            </a:r>
            <a:r>
              <a:rPr lang="en-US" sz="2400" dirty="0"/>
              <a:t> </a:t>
            </a:r>
            <a:r>
              <a:rPr lang="en-US" sz="2400" dirty="0" err="1"/>
              <a:t>sau</a:t>
            </a:r>
            <a:r>
              <a:rPr lang="en-US" sz="2400" dirty="0"/>
              <a:t> case </a:t>
            </a:r>
            <a:r>
              <a:rPr lang="en-US" sz="2400" dirty="0" err="1"/>
              <a:t>ni</a:t>
            </a:r>
            <a:endParaRPr lang="en-US" sz="2400" dirty="0"/>
          </a:p>
          <a:p>
            <a:pPr marL="285750" indent="-285750">
              <a:buFontTx/>
              <a:buChar char="-"/>
              <a:defRPr/>
            </a:pPr>
            <a:r>
              <a:rPr lang="en-US" sz="2400" dirty="0" err="1"/>
              <a:t>Nếu</a:t>
            </a:r>
            <a:r>
              <a:rPr lang="en-US" sz="2400" dirty="0"/>
              <a:t> </a:t>
            </a:r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trị</a:t>
            </a:r>
            <a:r>
              <a:rPr lang="en-US" sz="2400" dirty="0"/>
              <a:t> </a:t>
            </a:r>
            <a:r>
              <a:rPr lang="en-US" sz="2400" dirty="0" err="1"/>
              <a:t>biểu</a:t>
            </a:r>
            <a:r>
              <a:rPr lang="en-US" sz="2400" dirty="0"/>
              <a:t> </a:t>
            </a:r>
            <a:r>
              <a:rPr lang="en-US" sz="2400" dirty="0" err="1"/>
              <a:t>thức</a:t>
            </a:r>
            <a:r>
              <a:rPr lang="en-US" sz="2400" dirty="0"/>
              <a:t> </a:t>
            </a:r>
            <a:r>
              <a:rPr lang="en-US" sz="2400" dirty="0" err="1"/>
              <a:t>khác</a:t>
            </a:r>
            <a:r>
              <a:rPr lang="en-US" sz="2400" dirty="0"/>
              <a:t> </a:t>
            </a:r>
            <a:r>
              <a:rPr lang="en-US" sz="2400" dirty="0" err="1"/>
              <a:t>tất</a:t>
            </a:r>
            <a:r>
              <a:rPr lang="en-US" sz="2400" dirty="0"/>
              <a:t> </a:t>
            </a:r>
            <a:r>
              <a:rPr lang="en-US" sz="2400" dirty="0" err="1"/>
              <a:t>cả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ni</a:t>
            </a:r>
            <a:r>
              <a:rPr lang="en-US" sz="2400" dirty="0"/>
              <a:t> </a:t>
            </a:r>
            <a:r>
              <a:rPr lang="en-US" sz="2400" dirty="0" err="1"/>
              <a:t>thì</a:t>
            </a:r>
            <a:r>
              <a:rPr lang="en-US" sz="2400" dirty="0"/>
              <a:t> </a:t>
            </a:r>
            <a:r>
              <a:rPr lang="en-US" sz="2400" dirty="0" err="1"/>
              <a:t>thực</a:t>
            </a:r>
            <a:r>
              <a:rPr lang="en-US" sz="2400" dirty="0"/>
              <a:t> </a:t>
            </a:r>
            <a:r>
              <a:rPr lang="en-US" sz="2400" dirty="0" err="1"/>
              <a:t>hiện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lệnh</a:t>
            </a:r>
            <a:r>
              <a:rPr lang="en-US" sz="2400" dirty="0"/>
              <a:t> </a:t>
            </a:r>
            <a:r>
              <a:rPr lang="en-US" sz="2400" dirty="0" err="1"/>
              <a:t>sau</a:t>
            </a:r>
            <a:r>
              <a:rPr lang="en-US" sz="2400" dirty="0"/>
              <a:t> default </a:t>
            </a:r>
            <a:r>
              <a:rPr lang="en-US" sz="2400" dirty="0" err="1"/>
              <a:t>nếu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, </a:t>
            </a:r>
            <a:r>
              <a:rPr lang="en-US" sz="2400" dirty="0" err="1"/>
              <a:t>hoặc</a:t>
            </a:r>
            <a:r>
              <a:rPr lang="en-US" sz="2400" dirty="0"/>
              <a:t> </a:t>
            </a:r>
            <a:r>
              <a:rPr lang="en-US" sz="2400" dirty="0" err="1"/>
              <a:t>thoát</a:t>
            </a:r>
            <a:r>
              <a:rPr lang="en-US" sz="2400" dirty="0"/>
              <a:t> </a:t>
            </a:r>
            <a:r>
              <a:rPr lang="en-US" sz="2400" dirty="0" err="1"/>
              <a:t>khỏi</a:t>
            </a:r>
            <a:r>
              <a:rPr lang="en-US" sz="2400" dirty="0"/>
              <a:t> switch </a:t>
            </a:r>
          </a:p>
          <a:p>
            <a:pPr marL="285750" indent="-285750">
              <a:buFontTx/>
              <a:buChar char="-"/>
              <a:defRPr/>
            </a:pPr>
            <a:r>
              <a:rPr lang="en-US" sz="2400" dirty="0" err="1"/>
              <a:t>sau</a:t>
            </a:r>
            <a:r>
              <a:rPr lang="en-US" sz="2400" dirty="0"/>
              <a:t> </a:t>
            </a:r>
            <a:r>
              <a:rPr lang="en-US" sz="2400" dirty="0" err="1"/>
              <a:t>khi</a:t>
            </a:r>
            <a:r>
              <a:rPr lang="en-US" sz="2400" dirty="0"/>
              <a:t> </a:t>
            </a:r>
            <a:r>
              <a:rPr lang="en-US" sz="2400" dirty="0" err="1"/>
              <a:t>thực</a:t>
            </a:r>
            <a:r>
              <a:rPr lang="en-US" sz="2400" dirty="0"/>
              <a:t> </a:t>
            </a:r>
            <a:r>
              <a:rPr lang="en-US" sz="2400" dirty="0" err="1"/>
              <a:t>hiện</a:t>
            </a:r>
            <a:r>
              <a:rPr lang="en-US" sz="2400" dirty="0"/>
              <a:t> </a:t>
            </a:r>
            <a:r>
              <a:rPr lang="en-US" sz="2400" dirty="0" err="1"/>
              <a:t>xong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câu</a:t>
            </a:r>
            <a:r>
              <a:rPr lang="en-US" sz="2400" dirty="0"/>
              <a:t> </a:t>
            </a:r>
            <a:r>
              <a:rPr lang="en-US" sz="2400" dirty="0" err="1"/>
              <a:t>lệnh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case </a:t>
            </a:r>
            <a:r>
              <a:rPr lang="en-US" sz="2400" dirty="0" err="1"/>
              <a:t>ni</a:t>
            </a:r>
            <a:r>
              <a:rPr lang="en-US" sz="2400" dirty="0"/>
              <a:t> </a:t>
            </a:r>
            <a:r>
              <a:rPr lang="en-US" sz="2400" dirty="0" err="1"/>
              <a:t>nào</a:t>
            </a:r>
            <a:r>
              <a:rPr lang="en-US" sz="2400" dirty="0"/>
              <a:t> </a:t>
            </a:r>
            <a:r>
              <a:rPr lang="en-US" sz="2400" dirty="0" err="1"/>
              <a:t>đó</a:t>
            </a:r>
            <a:r>
              <a:rPr lang="en-US" sz="2400" dirty="0"/>
              <a:t> </a:t>
            </a:r>
            <a:r>
              <a:rPr lang="en-US" sz="2400" dirty="0" err="1"/>
              <a:t>thì</a:t>
            </a:r>
            <a:r>
              <a:rPr lang="en-US" sz="2400" dirty="0"/>
              <a:t> </a:t>
            </a:r>
            <a:r>
              <a:rPr lang="en-US" sz="2400" dirty="0" err="1"/>
              <a:t>sẽ</a:t>
            </a:r>
            <a:r>
              <a:rPr lang="en-US" sz="2400" dirty="0"/>
              <a:t> </a:t>
            </a:r>
            <a:r>
              <a:rPr lang="en-US" sz="2400" dirty="0" err="1"/>
              <a:t>thực</a:t>
            </a:r>
            <a:r>
              <a:rPr lang="en-US" sz="2400" dirty="0"/>
              <a:t> </a:t>
            </a:r>
            <a:r>
              <a:rPr lang="en-US" sz="2400" dirty="0" err="1"/>
              <a:t>hiện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câu</a:t>
            </a:r>
            <a:r>
              <a:rPr lang="en-US" sz="2400" dirty="0"/>
              <a:t> </a:t>
            </a:r>
            <a:r>
              <a:rPr lang="en-US" sz="2400" dirty="0" err="1"/>
              <a:t>lệnh</a:t>
            </a:r>
            <a:r>
              <a:rPr lang="en-US" sz="2400" dirty="0"/>
              <a:t> </a:t>
            </a:r>
            <a:r>
              <a:rPr lang="en-US" sz="2400" dirty="0" err="1"/>
              <a:t>thuộc</a:t>
            </a:r>
            <a:r>
              <a:rPr lang="en-US" sz="2400" dirty="0"/>
              <a:t> case ben </a:t>
            </a:r>
            <a:r>
              <a:rPr lang="en-US" sz="2400" dirty="0" err="1"/>
              <a:t>dưới</a:t>
            </a:r>
            <a:r>
              <a:rPr lang="en-US" sz="2400" dirty="0"/>
              <a:t> </a:t>
            </a:r>
            <a:r>
              <a:rPr lang="en-US" sz="2400" dirty="0" err="1"/>
              <a:t>mà</a:t>
            </a:r>
            <a:r>
              <a:rPr lang="en-US" sz="2400" dirty="0"/>
              <a:t>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xét</a:t>
            </a:r>
            <a:r>
              <a:rPr lang="en-US" sz="2400" dirty="0"/>
              <a:t> </a:t>
            </a:r>
            <a:r>
              <a:rPr lang="en-US" sz="2400" dirty="0" err="1"/>
              <a:t>lại</a:t>
            </a:r>
            <a:r>
              <a:rPr lang="en-US" sz="2400" dirty="0"/>
              <a:t> </a:t>
            </a:r>
            <a:r>
              <a:rPr lang="en-US" sz="2400" dirty="0" err="1"/>
              <a:t>điều</a:t>
            </a:r>
            <a:r>
              <a:rPr lang="en-US" sz="2400" dirty="0"/>
              <a:t> </a:t>
            </a:r>
            <a:r>
              <a:rPr lang="en-US" sz="2400" dirty="0" err="1"/>
              <a:t>kiện</a:t>
            </a:r>
            <a:r>
              <a:rPr lang="en-US" sz="2400" dirty="0"/>
              <a:t>=&gt; </a:t>
            </a:r>
            <a:r>
              <a:rPr lang="en-US" sz="2400" dirty="0" err="1"/>
              <a:t>muốn</a:t>
            </a:r>
            <a:r>
              <a:rPr lang="en-US" sz="2400" dirty="0"/>
              <a:t> </a:t>
            </a:r>
            <a:r>
              <a:rPr lang="en-US" sz="2400" dirty="0" err="1"/>
              <a:t>dừng</a:t>
            </a:r>
            <a:r>
              <a:rPr lang="en-US" sz="2400" dirty="0"/>
              <a:t> </a:t>
            </a:r>
            <a:r>
              <a:rPr lang="en-US" sz="2400" dirty="0" err="1"/>
              <a:t>dùng</a:t>
            </a:r>
            <a:r>
              <a:rPr lang="en-US" sz="2400" dirty="0"/>
              <a:t> break</a:t>
            </a:r>
            <a:r>
              <a:rPr lang="en-US" dirty="0"/>
              <a:t>.</a:t>
            </a:r>
          </a:p>
          <a:p>
            <a:pPr marL="285750" indent="-285750">
              <a:buFontTx/>
              <a:buChar char="-"/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326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70987-868B-8469-A307-FE548F6E7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3A36A-A138-35F7-A4B2-E08FF4200E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>
            <a:normAutofit/>
          </a:bodyPr>
          <a:lstStyle/>
          <a:p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switch</a:t>
            </a:r>
          </a:p>
          <a:p>
            <a:pPr marL="0" indent="0" eaLnBrk="1" hangingPunct="1">
              <a:buNone/>
            </a:pPr>
            <a:r>
              <a:rPr lang="en-US" altLang="en-US" b="1" i="1" dirty="0" err="1"/>
              <a:t>Hoạt</a:t>
            </a:r>
            <a:r>
              <a:rPr lang="en-US" altLang="en-US" b="1" i="1" dirty="0"/>
              <a:t> </a:t>
            </a:r>
            <a:r>
              <a:rPr lang="en-US" altLang="en-US" b="1" i="1" dirty="0" err="1"/>
              <a:t>động</a:t>
            </a:r>
            <a:endParaRPr lang="en-US" alt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695D1E-05B7-BB17-D8DD-D66C0F66EF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247" b="-3"/>
          <a:stretch>
            <a:fillRect/>
          </a:stretch>
        </p:blipFill>
        <p:spPr>
          <a:xfrm>
            <a:off x="3505202" y="1782764"/>
            <a:ext cx="5384800" cy="4525963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D410C-7B6E-9AA0-8B00-057054887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3A973BD-8CE5-47C4-B8E5-573200B24DAB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240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70987-868B-8469-A307-FE548F6E7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890" y="227014"/>
            <a:ext cx="10972800" cy="1143000"/>
          </a:xfrm>
        </p:spPr>
        <p:txBody>
          <a:bodyPr/>
          <a:lstStyle/>
          <a:p>
            <a:pPr algn="l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3A36A-A138-35F7-A4B2-E08FF4200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for</a:t>
            </a:r>
          </a:p>
          <a:p>
            <a:pPr eaLnBrk="1" hangingPunct="1">
              <a:lnSpc>
                <a:spcPct val="80000"/>
              </a:lnSpc>
              <a:buFontTx/>
              <a:buChar char="-"/>
            </a:pPr>
            <a:r>
              <a:rPr lang="en-US" altLang="en-US" sz="3600" b="1" dirty="0" err="1"/>
              <a:t>Câu</a:t>
            </a:r>
            <a:r>
              <a:rPr lang="en-US" altLang="en-US" sz="3600" b="1" dirty="0"/>
              <a:t> </a:t>
            </a:r>
            <a:r>
              <a:rPr lang="en-US" altLang="en-US" sz="3600" b="1" dirty="0" err="1"/>
              <a:t>lệnh</a:t>
            </a:r>
            <a:r>
              <a:rPr lang="en-US" altLang="en-US" sz="3600" b="1" dirty="0"/>
              <a:t> for</a:t>
            </a:r>
            <a:r>
              <a:rPr lang="en-US" altLang="en-US" sz="3200" dirty="0"/>
              <a:t>: </a:t>
            </a:r>
            <a:r>
              <a:rPr lang="en-US" altLang="en-US" sz="3200" dirty="0" err="1"/>
              <a:t>Lệnh</a:t>
            </a:r>
            <a:r>
              <a:rPr lang="en-US" altLang="en-US" sz="3200" dirty="0"/>
              <a:t> for </a:t>
            </a:r>
            <a:r>
              <a:rPr lang="en-US" altLang="en-US" sz="3200" dirty="0" err="1"/>
              <a:t>thường</a:t>
            </a:r>
            <a:r>
              <a:rPr lang="en-US" altLang="en-US" sz="3200" dirty="0"/>
              <a:t> </a:t>
            </a:r>
            <a:r>
              <a:rPr lang="en-US" altLang="en-US" sz="3200" dirty="0" err="1"/>
              <a:t>dùng</a:t>
            </a:r>
            <a:r>
              <a:rPr lang="en-US" altLang="en-US" sz="3200" dirty="0"/>
              <a:t> </a:t>
            </a:r>
            <a:r>
              <a:rPr lang="en-US" altLang="en-US" sz="3200" dirty="0" err="1"/>
              <a:t>để</a:t>
            </a:r>
            <a:r>
              <a:rPr lang="en-US" altLang="en-US" sz="3200" dirty="0"/>
              <a:t> </a:t>
            </a:r>
            <a:r>
              <a:rPr lang="en-US" altLang="en-US" sz="3200" dirty="0" err="1"/>
              <a:t>giải</a:t>
            </a:r>
            <a:r>
              <a:rPr lang="en-US" altLang="en-US" sz="3200" dirty="0"/>
              <a:t> </a:t>
            </a:r>
            <a:r>
              <a:rPr lang="en-US" altLang="en-US" sz="3200" dirty="0" err="1"/>
              <a:t>các</a:t>
            </a:r>
            <a:r>
              <a:rPr lang="en-US" altLang="en-US" sz="3200" dirty="0"/>
              <a:t> </a:t>
            </a:r>
            <a:r>
              <a:rPr lang="en-US" altLang="en-US" sz="3200" dirty="0" err="1"/>
              <a:t>bài</a:t>
            </a:r>
            <a:r>
              <a:rPr lang="en-US" altLang="en-US" sz="3200" dirty="0"/>
              <a:t> </a:t>
            </a:r>
            <a:r>
              <a:rPr lang="en-US" altLang="en-US" sz="3200" dirty="0" err="1"/>
              <a:t>toán</a:t>
            </a:r>
            <a:r>
              <a:rPr lang="en-US" altLang="en-US" sz="3200" dirty="0"/>
              <a:t> </a:t>
            </a:r>
            <a:r>
              <a:rPr lang="en-US" altLang="en-US" sz="3200" dirty="0" err="1"/>
              <a:t>có</a:t>
            </a:r>
            <a:r>
              <a:rPr lang="en-US" altLang="en-US" sz="3200" dirty="0"/>
              <a:t> </a:t>
            </a:r>
            <a:r>
              <a:rPr lang="en-US" altLang="en-US" sz="3200" dirty="0" err="1"/>
              <a:t>tính</a:t>
            </a:r>
            <a:r>
              <a:rPr lang="en-US" altLang="en-US" sz="3200" dirty="0"/>
              <a:t> chu </a:t>
            </a:r>
            <a:r>
              <a:rPr lang="en-US" altLang="en-US" sz="3200" dirty="0" err="1"/>
              <a:t>trình</a:t>
            </a:r>
            <a:r>
              <a:rPr lang="en-US" altLang="en-US" sz="3200" dirty="0"/>
              <a:t>, </a:t>
            </a:r>
            <a:r>
              <a:rPr lang="en-US" altLang="en-US" sz="3200" dirty="0" err="1"/>
              <a:t>ví</a:t>
            </a:r>
            <a:r>
              <a:rPr lang="en-US" altLang="en-US" sz="3200" dirty="0"/>
              <a:t> </a:t>
            </a:r>
            <a:r>
              <a:rPr lang="en-US" altLang="en-US" sz="3200" dirty="0" err="1"/>
              <a:t>dụ</a:t>
            </a:r>
            <a:r>
              <a:rPr lang="en-US" altLang="en-US" sz="3200" dirty="0"/>
              <a:t> </a:t>
            </a:r>
            <a:r>
              <a:rPr lang="en-US" altLang="en-US" sz="3200" dirty="0" err="1"/>
              <a:t>như</a:t>
            </a:r>
            <a:r>
              <a:rPr lang="en-US" altLang="en-US" sz="3200" dirty="0"/>
              <a:t> </a:t>
            </a:r>
            <a:r>
              <a:rPr lang="en-US" altLang="en-US" sz="3200" dirty="0" err="1"/>
              <a:t>các</a:t>
            </a:r>
            <a:r>
              <a:rPr lang="en-US" altLang="en-US" sz="3200" dirty="0"/>
              <a:t> </a:t>
            </a:r>
            <a:r>
              <a:rPr lang="en-US" altLang="en-US" sz="3200" dirty="0" err="1"/>
              <a:t>bài</a:t>
            </a:r>
            <a:r>
              <a:rPr lang="en-US" altLang="en-US" sz="3200" dirty="0"/>
              <a:t> </a:t>
            </a:r>
            <a:r>
              <a:rPr lang="en-US" altLang="en-US" sz="3200" dirty="0" err="1"/>
              <a:t>toán</a:t>
            </a:r>
            <a:r>
              <a:rPr lang="en-US" altLang="en-US" sz="3200" dirty="0"/>
              <a:t> </a:t>
            </a:r>
            <a:r>
              <a:rPr lang="en-US" altLang="en-US" sz="3200" dirty="0" err="1"/>
              <a:t>về</a:t>
            </a:r>
            <a:r>
              <a:rPr lang="en-US" altLang="en-US" sz="3200" dirty="0"/>
              <a:t> </a:t>
            </a:r>
            <a:r>
              <a:rPr lang="en-US" altLang="en-US" sz="3200" dirty="0" err="1"/>
              <a:t>dãy</a:t>
            </a:r>
            <a:r>
              <a:rPr lang="en-US" altLang="en-US" sz="3200" dirty="0"/>
              <a:t> </a:t>
            </a:r>
            <a:r>
              <a:rPr lang="en-US" altLang="en-US" sz="3200" dirty="0" err="1"/>
              <a:t>số</a:t>
            </a:r>
            <a:r>
              <a:rPr lang="en-US" altLang="en-US" sz="3200" dirty="0"/>
              <a:t>, </a:t>
            </a:r>
            <a:r>
              <a:rPr lang="en-US" altLang="en-US" sz="3200" dirty="0" err="1"/>
              <a:t>về</a:t>
            </a:r>
            <a:r>
              <a:rPr lang="en-US" altLang="en-US" sz="3200" dirty="0"/>
              <a:t> ma </a:t>
            </a:r>
            <a:r>
              <a:rPr lang="en-US" altLang="en-US" sz="3200" dirty="0" err="1"/>
              <a:t>trận</a:t>
            </a:r>
            <a:r>
              <a:rPr lang="en-US" altLang="en-US" sz="3200" dirty="0"/>
              <a:t> </a:t>
            </a:r>
          </a:p>
          <a:p>
            <a:pPr eaLnBrk="1" hangingPunct="1">
              <a:lnSpc>
                <a:spcPct val="80000"/>
              </a:lnSpc>
              <a:buFontTx/>
              <a:buChar char="-"/>
            </a:pPr>
            <a:r>
              <a:rPr lang="en-US" altLang="en-US" sz="3200" dirty="0" err="1"/>
              <a:t>Cú</a:t>
            </a:r>
            <a:r>
              <a:rPr lang="en-US" altLang="en-US" sz="3200" dirty="0"/>
              <a:t> </a:t>
            </a:r>
            <a:r>
              <a:rPr lang="en-US" altLang="en-US" sz="3200" dirty="0" err="1"/>
              <a:t>pháp</a:t>
            </a:r>
            <a:endParaRPr lang="en-US" altLang="en-US" sz="3200" dirty="0"/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3200" b="1" i="1" dirty="0">
                <a:solidFill>
                  <a:srgbClr val="FF3300"/>
                </a:solidFill>
              </a:rPr>
              <a:t>		for (bt1; bt2; bt3) </a:t>
            </a:r>
            <a:r>
              <a:rPr lang="en-US" altLang="en-US" sz="3200" b="1" dirty="0">
                <a:solidFill>
                  <a:srgbClr val="FF3300"/>
                </a:solidFill>
              </a:rPr>
              <a:t>   </a:t>
            </a:r>
            <a:r>
              <a:rPr lang="en-US" altLang="en-US" sz="3200" b="1" dirty="0" err="1">
                <a:solidFill>
                  <a:srgbClr val="FF3300"/>
                </a:solidFill>
              </a:rPr>
              <a:t>lệnh</a:t>
            </a:r>
            <a:r>
              <a:rPr lang="en-US" altLang="en-US" sz="3200" b="1" dirty="0">
                <a:solidFill>
                  <a:srgbClr val="FF3300"/>
                </a:solidFill>
              </a:rPr>
              <a:t>;                                                                                        </a:t>
            </a:r>
            <a:endParaRPr lang="en-US" altLang="en-US" sz="32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3200" dirty="0" err="1"/>
              <a:t>Trong</a:t>
            </a:r>
            <a:r>
              <a:rPr lang="en-US" altLang="en-US" sz="3200" dirty="0"/>
              <a:t> </a:t>
            </a:r>
            <a:r>
              <a:rPr lang="en-US" altLang="en-US" sz="3200" dirty="0" err="1"/>
              <a:t>cú</a:t>
            </a:r>
            <a:r>
              <a:rPr lang="en-US" altLang="en-US" sz="3200" dirty="0"/>
              <a:t> </a:t>
            </a:r>
            <a:r>
              <a:rPr lang="en-US" altLang="en-US" sz="3200" dirty="0" err="1"/>
              <a:t>pháp</a:t>
            </a:r>
            <a:r>
              <a:rPr lang="en-US" altLang="en-US" sz="3200" dirty="0"/>
              <a:t> </a:t>
            </a:r>
            <a:r>
              <a:rPr lang="en-US" altLang="en-US" sz="3200" dirty="0" err="1"/>
              <a:t>trên</a:t>
            </a:r>
            <a:r>
              <a:rPr lang="en-US" altLang="en-US" sz="3200" dirty="0"/>
              <a:t>: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en-US" altLang="en-US" dirty="0"/>
              <a:t>for: </a:t>
            </a:r>
            <a:r>
              <a:rPr lang="en-US" altLang="en-US" dirty="0" err="1"/>
              <a:t>từ</a:t>
            </a:r>
            <a:r>
              <a:rPr lang="en-US" altLang="en-US" dirty="0"/>
              <a:t> </a:t>
            </a:r>
            <a:r>
              <a:rPr lang="en-US" altLang="en-US" dirty="0" err="1"/>
              <a:t>khoá</a:t>
            </a:r>
            <a:r>
              <a:rPr lang="en-US" altLang="en-US" dirty="0"/>
              <a:t> </a:t>
            </a:r>
            <a:r>
              <a:rPr lang="en-US" altLang="en-US" dirty="0" err="1"/>
              <a:t>của</a:t>
            </a:r>
            <a:r>
              <a:rPr lang="en-US" altLang="en-US" dirty="0"/>
              <a:t> </a:t>
            </a:r>
            <a:r>
              <a:rPr lang="en-US" altLang="en-US" dirty="0" err="1"/>
              <a:t>lệnh</a:t>
            </a:r>
            <a:r>
              <a:rPr lang="en-US" altLang="en-US" dirty="0"/>
              <a:t> for.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en-US" altLang="en-US" dirty="0"/>
              <a:t>bt1, bt2, bt3 </a:t>
            </a:r>
            <a:r>
              <a:rPr lang="en-US" altLang="en-US" dirty="0" err="1"/>
              <a:t>bắt</a:t>
            </a:r>
            <a:r>
              <a:rPr lang="en-US" altLang="en-US" dirty="0"/>
              <a:t> </a:t>
            </a:r>
            <a:r>
              <a:rPr lang="en-US" altLang="en-US" dirty="0" err="1"/>
              <a:t>buộc</a:t>
            </a:r>
            <a:r>
              <a:rPr lang="en-US" altLang="en-US" dirty="0"/>
              <a:t> </a:t>
            </a:r>
            <a:r>
              <a:rPr lang="en-US" altLang="en-US" dirty="0" err="1"/>
              <a:t>phải</a:t>
            </a:r>
            <a:r>
              <a:rPr lang="en-US" altLang="en-US" dirty="0"/>
              <a:t> </a:t>
            </a:r>
            <a:r>
              <a:rPr lang="en-US" altLang="en-US" dirty="0" err="1"/>
              <a:t>được</a:t>
            </a:r>
            <a:r>
              <a:rPr lang="en-US" altLang="en-US" dirty="0"/>
              <a:t> </a:t>
            </a:r>
            <a:r>
              <a:rPr lang="en-US" altLang="en-US" dirty="0" err="1"/>
              <a:t>trong</a:t>
            </a:r>
            <a:r>
              <a:rPr lang="en-US" altLang="en-US" dirty="0"/>
              <a:t> </a:t>
            </a:r>
            <a:r>
              <a:rPr lang="en-US" altLang="en-US" dirty="0" err="1"/>
              <a:t>cặp</a:t>
            </a:r>
            <a:r>
              <a:rPr lang="en-US" altLang="en-US" dirty="0"/>
              <a:t> </a:t>
            </a:r>
            <a:r>
              <a:rPr lang="en-US" altLang="en-US" dirty="0" err="1"/>
              <a:t>ngoặc</a:t>
            </a:r>
            <a:r>
              <a:rPr lang="en-US" altLang="en-US" dirty="0"/>
              <a:t> </a:t>
            </a:r>
            <a:r>
              <a:rPr lang="en-US" altLang="en-US" dirty="0" err="1"/>
              <a:t>tròn</a:t>
            </a:r>
            <a:r>
              <a:rPr lang="en-US" altLang="en-US" dirty="0"/>
              <a:t> </a:t>
            </a:r>
            <a:r>
              <a:rPr lang="en-US" altLang="en-US" dirty="0" err="1"/>
              <a:t>và</a:t>
            </a:r>
            <a:r>
              <a:rPr lang="en-US" altLang="en-US" dirty="0"/>
              <a:t> </a:t>
            </a:r>
            <a:r>
              <a:rPr lang="en-US" altLang="en-US" dirty="0" err="1"/>
              <a:t>cách</a:t>
            </a:r>
            <a:r>
              <a:rPr lang="en-US" altLang="en-US" dirty="0"/>
              <a:t> </a:t>
            </a:r>
            <a:r>
              <a:rPr lang="en-US" altLang="en-US" dirty="0" err="1"/>
              <a:t>nhau</a:t>
            </a:r>
            <a:r>
              <a:rPr lang="en-US" altLang="en-US" dirty="0"/>
              <a:t> </a:t>
            </a:r>
            <a:r>
              <a:rPr lang="en-US" altLang="en-US" dirty="0" err="1"/>
              <a:t>bởi</a:t>
            </a:r>
            <a:r>
              <a:rPr lang="en-US" altLang="en-US" dirty="0"/>
              <a:t> </a:t>
            </a:r>
            <a:r>
              <a:rPr lang="en-US" altLang="en-US" dirty="0" err="1"/>
              <a:t>dấu</a:t>
            </a:r>
            <a:r>
              <a:rPr lang="en-US" altLang="en-US" dirty="0"/>
              <a:t> </a:t>
            </a:r>
            <a:r>
              <a:rPr lang="en-US" altLang="en-US" dirty="0" err="1"/>
              <a:t>chấm</a:t>
            </a:r>
            <a:r>
              <a:rPr lang="en-US" altLang="en-US" dirty="0"/>
              <a:t> </a:t>
            </a:r>
            <a:r>
              <a:rPr lang="en-US" altLang="en-US" dirty="0" err="1"/>
              <a:t>phẩy</a:t>
            </a:r>
            <a:r>
              <a:rPr lang="en-US" altLang="en-US" dirty="0"/>
              <a:t>.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biểu</a:t>
            </a:r>
            <a:r>
              <a:rPr lang="en-US" altLang="en-US" dirty="0"/>
              <a:t> </a:t>
            </a:r>
            <a:r>
              <a:rPr lang="en-US" altLang="en-US" dirty="0" err="1"/>
              <a:t>thức</a:t>
            </a:r>
            <a:r>
              <a:rPr lang="en-US" altLang="en-US" dirty="0"/>
              <a:t> </a:t>
            </a:r>
            <a:r>
              <a:rPr lang="en-US" altLang="en-US" dirty="0" err="1"/>
              <a:t>này</a:t>
            </a:r>
            <a:r>
              <a:rPr lang="en-US" altLang="en-US" dirty="0"/>
              <a:t> </a:t>
            </a:r>
            <a:r>
              <a:rPr lang="en-US" altLang="en-US" dirty="0" err="1"/>
              <a:t>có</a:t>
            </a:r>
            <a:r>
              <a:rPr lang="en-US" altLang="en-US" dirty="0"/>
              <a:t> </a:t>
            </a:r>
            <a:r>
              <a:rPr lang="en-US" altLang="en-US" dirty="0" err="1"/>
              <a:t>thể</a:t>
            </a:r>
            <a:r>
              <a:rPr lang="en-US" altLang="en-US" dirty="0"/>
              <a:t> </a:t>
            </a:r>
            <a:r>
              <a:rPr lang="en-US" altLang="en-US" dirty="0" err="1"/>
              <a:t>vắng</a:t>
            </a:r>
            <a:r>
              <a:rPr lang="en-US" altLang="en-US" dirty="0"/>
              <a:t> </a:t>
            </a:r>
            <a:r>
              <a:rPr lang="en-US" altLang="en-US" dirty="0" err="1"/>
              <a:t>mặt</a:t>
            </a:r>
            <a:r>
              <a:rPr lang="en-US" altLang="en-US" dirty="0"/>
              <a:t>, </a:t>
            </a:r>
            <a:r>
              <a:rPr lang="en-US" altLang="en-US" dirty="0" err="1"/>
              <a:t>nhưng</a:t>
            </a:r>
            <a:r>
              <a:rPr lang="en-US" altLang="en-US" dirty="0"/>
              <a:t> </a:t>
            </a:r>
            <a:r>
              <a:rPr lang="en-US" altLang="en-US" dirty="0" err="1"/>
              <a:t>vẫn</a:t>
            </a:r>
            <a:r>
              <a:rPr lang="en-US" altLang="en-US" dirty="0"/>
              <a:t> </a:t>
            </a:r>
            <a:r>
              <a:rPr lang="en-US" altLang="en-US" dirty="0" err="1"/>
              <a:t>phải</a:t>
            </a:r>
            <a:r>
              <a:rPr lang="en-US" altLang="en-US" dirty="0"/>
              <a:t> </a:t>
            </a:r>
            <a:r>
              <a:rPr lang="en-US" altLang="en-US" dirty="0" err="1"/>
              <a:t>đủ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dấu</a:t>
            </a:r>
            <a:r>
              <a:rPr lang="en-US" altLang="en-US" dirty="0"/>
              <a:t> </a:t>
            </a:r>
            <a:r>
              <a:rPr lang="en-US" altLang="en-US" dirty="0" err="1"/>
              <a:t>chấm</a:t>
            </a:r>
            <a:r>
              <a:rPr lang="en-US" altLang="en-US" dirty="0"/>
              <a:t> </a:t>
            </a:r>
            <a:r>
              <a:rPr lang="en-US" altLang="en-US" dirty="0" err="1"/>
              <a:t>phẩy</a:t>
            </a:r>
            <a:r>
              <a:rPr lang="en-US" altLang="en-US" dirty="0"/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3200" dirty="0" err="1"/>
              <a:t>Chú</a:t>
            </a:r>
            <a:r>
              <a:rPr lang="en-US" altLang="en-US" sz="3200" dirty="0"/>
              <a:t> ý </a:t>
            </a:r>
            <a:r>
              <a:rPr lang="en-US" altLang="en-US" sz="3200" dirty="0" err="1"/>
              <a:t>rằng</a:t>
            </a:r>
            <a:r>
              <a:rPr lang="en-US" altLang="en-US" sz="3200" dirty="0"/>
              <a:t>, </a:t>
            </a:r>
            <a:r>
              <a:rPr lang="en-US" altLang="en-US" sz="3200" dirty="0" err="1"/>
              <a:t>biểu</a:t>
            </a:r>
            <a:r>
              <a:rPr lang="en-US" altLang="en-US" sz="3200" dirty="0"/>
              <a:t> </a:t>
            </a:r>
            <a:r>
              <a:rPr lang="en-US" altLang="en-US" sz="3200" dirty="0" err="1"/>
              <a:t>thức</a:t>
            </a:r>
            <a:r>
              <a:rPr lang="en-US" altLang="en-US" sz="3200" dirty="0"/>
              <a:t> ở </a:t>
            </a:r>
            <a:r>
              <a:rPr lang="en-US" altLang="en-US" sz="3200" dirty="0" err="1"/>
              <a:t>đây</a:t>
            </a:r>
            <a:r>
              <a:rPr lang="en-US" altLang="en-US" sz="3200" dirty="0"/>
              <a:t> </a:t>
            </a:r>
            <a:r>
              <a:rPr lang="en-US" altLang="en-US" sz="3200" dirty="0" err="1"/>
              <a:t>có</a:t>
            </a:r>
            <a:r>
              <a:rPr lang="en-US" altLang="en-US" sz="3200" dirty="0"/>
              <a:t> </a:t>
            </a:r>
            <a:r>
              <a:rPr lang="en-US" altLang="en-US" sz="3200" dirty="0" err="1"/>
              <a:t>thể</a:t>
            </a:r>
            <a:r>
              <a:rPr lang="en-US" altLang="en-US" sz="3200" dirty="0"/>
              <a:t> bao </a:t>
            </a:r>
            <a:r>
              <a:rPr lang="en-US" altLang="en-US" sz="3200" dirty="0" err="1"/>
              <a:t>gồm</a:t>
            </a:r>
            <a:r>
              <a:rPr lang="en-US" altLang="en-US" sz="3200" dirty="0"/>
              <a:t> </a:t>
            </a:r>
            <a:r>
              <a:rPr lang="en-US" altLang="en-US" sz="3200" dirty="0" err="1"/>
              <a:t>nhiều</a:t>
            </a:r>
            <a:r>
              <a:rPr lang="en-US" altLang="en-US" sz="3200" dirty="0"/>
              <a:t> </a:t>
            </a:r>
            <a:r>
              <a:rPr lang="en-US" altLang="en-US" sz="3200" dirty="0" err="1"/>
              <a:t>biểu</a:t>
            </a:r>
            <a:r>
              <a:rPr lang="en-US" altLang="en-US" sz="3200" dirty="0"/>
              <a:t> </a:t>
            </a:r>
            <a:r>
              <a:rPr lang="en-US" altLang="en-US" sz="3200" dirty="0" err="1"/>
              <a:t>thức</a:t>
            </a:r>
            <a:r>
              <a:rPr lang="en-US" altLang="en-US" sz="3200" dirty="0"/>
              <a:t> con.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D410C-7B6E-9AA0-8B00-057054887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73BD-8CE5-47C4-B8E5-573200B24DAB}" type="slidenum">
              <a:rPr lang="en-US" smtClean="0"/>
              <a:t>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78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Slide Number Placeholder 5">
            <a:extLst>
              <a:ext uri="{FF2B5EF4-FFF2-40B4-BE49-F238E27FC236}">
                <a16:creationId xmlns:a16="http://schemas.microsoft.com/office/drawing/2014/main" id="{249313AF-29C5-B1F3-0950-5E836DF80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51447CE-5A75-4319-9EA0-4D3A873B69A6}" type="slidenum">
              <a:rPr lang="en-US" altLang="en-US" sz="1000"/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en-US" sz="1000"/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5A1F4BFA-0619-0AF2-903C-DFDD79F2E9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câu</a:t>
            </a:r>
            <a:r>
              <a:rPr lang="en-US" altLang="en-US" dirty="0"/>
              <a:t> </a:t>
            </a:r>
            <a:r>
              <a:rPr lang="en-US" altLang="en-US" dirty="0" err="1"/>
              <a:t>lệnh</a:t>
            </a:r>
            <a:r>
              <a:rPr lang="en-US" altLang="en-US" dirty="0"/>
              <a:t> </a:t>
            </a:r>
            <a:r>
              <a:rPr lang="en-US" altLang="en-US" dirty="0" err="1"/>
              <a:t>điều</a:t>
            </a:r>
            <a:r>
              <a:rPr lang="en-US" altLang="en-US" dirty="0"/>
              <a:t> </a:t>
            </a:r>
            <a:r>
              <a:rPr lang="en-US" altLang="en-US" dirty="0" err="1"/>
              <a:t>khiển</a:t>
            </a:r>
            <a:endParaRPr lang="en-US" altLang="en-US" dirty="0"/>
          </a:p>
        </p:txBody>
      </p:sp>
      <p:sp>
        <p:nvSpPr>
          <p:cNvPr id="180227" name="Rectangle 3">
            <a:extLst>
              <a:ext uri="{FF2B5EF4-FFF2-40B4-BE49-F238E27FC236}">
                <a16:creationId xmlns:a16="http://schemas.microsoft.com/office/drawing/2014/main" id="{6334667C-523E-F0C9-B168-174953E866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730376"/>
            <a:ext cx="6248400" cy="4137024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en-US" sz="2400" b="1" dirty="0" err="1"/>
              <a:t>Câu</a:t>
            </a:r>
            <a:r>
              <a:rPr lang="en-US" altLang="en-US" sz="2400" b="1" dirty="0"/>
              <a:t> </a:t>
            </a:r>
            <a:r>
              <a:rPr lang="en-US" altLang="en-US" sz="2400" b="1" dirty="0" err="1"/>
              <a:t>lệnh</a:t>
            </a:r>
            <a:r>
              <a:rPr lang="en-US" altLang="en-US" sz="2400" b="1" dirty="0"/>
              <a:t> for</a:t>
            </a:r>
            <a:r>
              <a:rPr lang="en-US" altLang="en-US" sz="2000" b="1" dirty="0"/>
              <a:t>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b="1" dirty="0"/>
              <a:t>- </a:t>
            </a:r>
            <a:r>
              <a:rPr lang="en-US" altLang="en-US" sz="2200" b="1" dirty="0" err="1"/>
              <a:t>Hoạt</a:t>
            </a:r>
            <a:r>
              <a:rPr lang="en-US" altLang="en-US" sz="2200" b="1" dirty="0"/>
              <a:t> </a:t>
            </a:r>
            <a:r>
              <a:rPr lang="en-US" altLang="en-US" sz="2200" b="1" dirty="0" err="1"/>
              <a:t>động</a:t>
            </a:r>
            <a:r>
              <a:rPr lang="en-US" altLang="en-US" sz="2200" b="1" dirty="0"/>
              <a:t> 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en-US" sz="2600" dirty="0" err="1"/>
              <a:t>Lệnh</a:t>
            </a:r>
            <a:r>
              <a:rPr lang="en-US" altLang="en-US" sz="2600" dirty="0"/>
              <a:t> for </a:t>
            </a:r>
            <a:r>
              <a:rPr lang="en-US" altLang="en-US" sz="2600" dirty="0" err="1"/>
              <a:t>làm</a:t>
            </a:r>
            <a:r>
              <a:rPr lang="en-US" altLang="en-US" sz="2600" dirty="0"/>
              <a:t> </a:t>
            </a:r>
            <a:r>
              <a:rPr lang="en-US" altLang="en-US" sz="2600" dirty="0" err="1"/>
              <a:t>việc</a:t>
            </a:r>
            <a:r>
              <a:rPr lang="en-US" altLang="en-US" sz="2600" dirty="0"/>
              <a:t> </a:t>
            </a:r>
            <a:r>
              <a:rPr lang="en-US" altLang="en-US" sz="2600" dirty="0" err="1"/>
              <a:t>theo</a:t>
            </a:r>
            <a:r>
              <a:rPr lang="en-US" altLang="en-US" sz="2600" dirty="0"/>
              <a:t> 4 </a:t>
            </a:r>
            <a:r>
              <a:rPr lang="en-US" altLang="en-US" sz="2600" dirty="0" err="1"/>
              <a:t>bước</a:t>
            </a:r>
            <a:r>
              <a:rPr lang="en-US" altLang="en-US" sz="2600" dirty="0"/>
              <a:t> </a:t>
            </a:r>
            <a:r>
              <a:rPr lang="en-US" altLang="en-US" sz="2600" dirty="0" err="1"/>
              <a:t>sau</a:t>
            </a:r>
            <a:r>
              <a:rPr lang="en-US" altLang="en-US" sz="2600" dirty="0"/>
              <a:t>: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en-US" sz="2600" dirty="0" err="1"/>
              <a:t>Bước</a:t>
            </a:r>
            <a:r>
              <a:rPr lang="en-US" altLang="en-US" sz="2600" dirty="0"/>
              <a:t> 1. </a:t>
            </a:r>
            <a:r>
              <a:rPr lang="en-US" altLang="en-US" sz="2600" dirty="0" err="1"/>
              <a:t>Tính</a:t>
            </a:r>
            <a:r>
              <a:rPr lang="en-US" altLang="en-US" sz="2600" dirty="0"/>
              <a:t> </a:t>
            </a:r>
            <a:r>
              <a:rPr lang="en-US" altLang="en-US" sz="2600" dirty="0" err="1"/>
              <a:t>giá</a:t>
            </a:r>
            <a:r>
              <a:rPr lang="en-US" altLang="en-US" sz="2600" dirty="0"/>
              <a:t> </a:t>
            </a:r>
            <a:r>
              <a:rPr lang="en-US" altLang="en-US" sz="2600" dirty="0" err="1"/>
              <a:t>trị</a:t>
            </a:r>
            <a:r>
              <a:rPr lang="en-US" altLang="en-US" sz="2600" dirty="0"/>
              <a:t> </a:t>
            </a:r>
            <a:r>
              <a:rPr lang="en-US" altLang="en-US" sz="2600" dirty="0" err="1"/>
              <a:t>biểu</a:t>
            </a:r>
            <a:r>
              <a:rPr lang="en-US" altLang="en-US" sz="2600" dirty="0"/>
              <a:t> </a:t>
            </a:r>
            <a:r>
              <a:rPr lang="en-US" altLang="en-US" sz="2600" dirty="0" err="1"/>
              <a:t>thức</a:t>
            </a:r>
            <a:r>
              <a:rPr lang="en-US" altLang="en-US" sz="2600" dirty="0"/>
              <a:t> </a:t>
            </a:r>
            <a:r>
              <a:rPr lang="en-US" altLang="en-US" sz="2600" dirty="0" err="1"/>
              <a:t>khởi</a:t>
            </a:r>
            <a:r>
              <a:rPr lang="en-US" altLang="en-US" sz="2600" dirty="0"/>
              <a:t> </a:t>
            </a:r>
            <a:r>
              <a:rPr lang="en-US" altLang="en-US" sz="2600" dirty="0" err="1"/>
              <a:t>tạo</a:t>
            </a:r>
            <a:r>
              <a:rPr lang="en-US" altLang="en-US" sz="2600" dirty="0"/>
              <a:t> (bt1).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en-US" sz="2600" dirty="0" err="1"/>
              <a:t>Bước</a:t>
            </a:r>
            <a:r>
              <a:rPr lang="en-US" altLang="en-US" sz="2600" dirty="0"/>
              <a:t> 2. </a:t>
            </a:r>
            <a:r>
              <a:rPr lang="en-US" altLang="en-US" sz="2600" dirty="0" err="1"/>
              <a:t>Tính</a:t>
            </a:r>
            <a:r>
              <a:rPr lang="en-US" altLang="en-US" sz="2600" dirty="0"/>
              <a:t> </a:t>
            </a:r>
            <a:r>
              <a:rPr lang="en-US" altLang="en-US" sz="2600" dirty="0" err="1"/>
              <a:t>giá</a:t>
            </a:r>
            <a:r>
              <a:rPr lang="en-US" altLang="en-US" sz="2600" dirty="0"/>
              <a:t> </a:t>
            </a:r>
            <a:r>
              <a:rPr lang="en-US" altLang="en-US" sz="2600" dirty="0" err="1"/>
              <a:t>trị</a:t>
            </a:r>
            <a:r>
              <a:rPr lang="en-US" altLang="en-US" sz="2600" dirty="0"/>
              <a:t> </a:t>
            </a:r>
            <a:r>
              <a:rPr lang="en-US" altLang="en-US" sz="2600" dirty="0" err="1"/>
              <a:t>của</a:t>
            </a:r>
            <a:r>
              <a:rPr lang="en-US" altLang="en-US" sz="2600" dirty="0"/>
              <a:t> </a:t>
            </a:r>
            <a:r>
              <a:rPr lang="en-US" altLang="en-US" sz="2600" dirty="0" err="1"/>
              <a:t>biểu</a:t>
            </a:r>
            <a:r>
              <a:rPr lang="en-US" altLang="en-US" sz="2600" dirty="0"/>
              <a:t> </a:t>
            </a:r>
            <a:r>
              <a:rPr lang="en-US" altLang="en-US" sz="2600" dirty="0" err="1"/>
              <a:t>thức</a:t>
            </a:r>
            <a:r>
              <a:rPr lang="en-US" altLang="en-US" sz="2600" dirty="0"/>
              <a:t> </a:t>
            </a:r>
            <a:r>
              <a:rPr lang="en-US" altLang="en-US" sz="2600" dirty="0" err="1"/>
              <a:t>kiểm</a:t>
            </a:r>
            <a:r>
              <a:rPr lang="en-US" altLang="en-US" sz="2600" dirty="0"/>
              <a:t> </a:t>
            </a:r>
            <a:r>
              <a:rPr lang="en-US" altLang="en-US" sz="2600" dirty="0" err="1"/>
              <a:t>tra</a:t>
            </a:r>
            <a:r>
              <a:rPr lang="en-US" altLang="en-US" sz="2600" dirty="0"/>
              <a:t> (bt2). </a:t>
            </a:r>
            <a:r>
              <a:rPr lang="en-US" altLang="en-US" sz="2600" dirty="0" err="1"/>
              <a:t>Nếu</a:t>
            </a:r>
            <a:r>
              <a:rPr lang="en-US" altLang="en-US" sz="2600" dirty="0"/>
              <a:t> bt2 </a:t>
            </a:r>
            <a:r>
              <a:rPr lang="en-US" altLang="en-US" sz="2600" dirty="0" err="1"/>
              <a:t>đúng</a:t>
            </a:r>
            <a:r>
              <a:rPr lang="en-US" altLang="en-US" sz="2600" dirty="0"/>
              <a:t>, </a:t>
            </a:r>
            <a:r>
              <a:rPr lang="en-US" altLang="en-US" sz="2600" dirty="0" err="1"/>
              <a:t>tới</a:t>
            </a:r>
            <a:r>
              <a:rPr lang="en-US" altLang="en-US" sz="2600" dirty="0"/>
              <a:t> </a:t>
            </a:r>
            <a:r>
              <a:rPr lang="en-US" altLang="en-US" sz="2600" dirty="0" err="1"/>
              <a:t>bước</a:t>
            </a:r>
            <a:r>
              <a:rPr lang="en-US" altLang="en-US" sz="2600" dirty="0"/>
              <a:t> 3, </a:t>
            </a:r>
            <a:r>
              <a:rPr lang="en-US" altLang="en-US" sz="2600" dirty="0" err="1"/>
              <a:t>ngược</a:t>
            </a:r>
            <a:r>
              <a:rPr lang="en-US" altLang="en-US" sz="2600" dirty="0"/>
              <a:t> </a:t>
            </a:r>
            <a:r>
              <a:rPr lang="en-US" altLang="en-US" sz="2600" dirty="0" err="1"/>
              <a:t>lại</a:t>
            </a:r>
            <a:r>
              <a:rPr lang="en-US" altLang="en-US" sz="2600" dirty="0"/>
              <a:t> </a:t>
            </a:r>
            <a:r>
              <a:rPr lang="en-US" altLang="en-US" sz="2600" dirty="0" err="1"/>
              <a:t>thoát</a:t>
            </a:r>
            <a:r>
              <a:rPr lang="en-US" altLang="en-US" sz="2600" dirty="0"/>
              <a:t> </a:t>
            </a:r>
            <a:r>
              <a:rPr lang="en-US" altLang="en-US" sz="2600" dirty="0" err="1"/>
              <a:t>khỏi</a:t>
            </a:r>
            <a:r>
              <a:rPr lang="en-US" altLang="en-US" sz="2600" dirty="0"/>
              <a:t> </a:t>
            </a:r>
            <a:r>
              <a:rPr lang="en-US" altLang="en-US" sz="2600" dirty="0" err="1"/>
              <a:t>lệnh</a:t>
            </a:r>
            <a:r>
              <a:rPr lang="en-US" altLang="en-US" sz="2600" dirty="0"/>
              <a:t> for.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en-US" sz="2600" dirty="0" err="1"/>
              <a:t>Bước</a:t>
            </a:r>
            <a:r>
              <a:rPr lang="en-US" altLang="en-US" sz="2600" dirty="0"/>
              <a:t> 3. </a:t>
            </a:r>
            <a:r>
              <a:rPr lang="en-US" altLang="en-US" sz="2600" dirty="0" err="1"/>
              <a:t>Thực</a:t>
            </a:r>
            <a:r>
              <a:rPr lang="en-US" altLang="en-US" sz="2600" dirty="0"/>
              <a:t> </a:t>
            </a:r>
            <a:r>
              <a:rPr lang="en-US" altLang="en-US" sz="2600" dirty="0" err="1"/>
              <a:t>hiện</a:t>
            </a:r>
            <a:r>
              <a:rPr lang="en-US" altLang="en-US" sz="2600" dirty="0"/>
              <a:t> </a:t>
            </a:r>
            <a:r>
              <a:rPr lang="en-US" altLang="en-US" sz="2600" dirty="0" err="1"/>
              <a:t>lệnh</a:t>
            </a:r>
            <a:r>
              <a:rPr lang="en-US" altLang="en-US" sz="2600" dirty="0"/>
              <a:t>.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en-US" sz="2600" dirty="0" err="1"/>
              <a:t>Bước</a:t>
            </a:r>
            <a:r>
              <a:rPr lang="en-US" altLang="en-US" sz="2600" dirty="0"/>
              <a:t> 4. </a:t>
            </a:r>
            <a:r>
              <a:rPr lang="en-US" altLang="en-US" sz="2600" dirty="0" err="1"/>
              <a:t>Tính</a:t>
            </a:r>
            <a:r>
              <a:rPr lang="en-US" altLang="en-US" sz="2600" dirty="0"/>
              <a:t> </a:t>
            </a:r>
            <a:r>
              <a:rPr lang="en-US" altLang="en-US" sz="2600" dirty="0" err="1"/>
              <a:t>giá</a:t>
            </a:r>
            <a:r>
              <a:rPr lang="en-US" altLang="en-US" sz="2600" dirty="0"/>
              <a:t> </a:t>
            </a:r>
            <a:r>
              <a:rPr lang="en-US" altLang="en-US" sz="2600" dirty="0" err="1"/>
              <a:t>trị</a:t>
            </a:r>
            <a:r>
              <a:rPr lang="en-US" altLang="en-US" sz="2600" dirty="0"/>
              <a:t> </a:t>
            </a:r>
            <a:r>
              <a:rPr lang="en-US" altLang="en-US" sz="2600" dirty="0" err="1"/>
              <a:t>biểu</a:t>
            </a:r>
            <a:r>
              <a:rPr lang="en-US" altLang="en-US" sz="2600" dirty="0"/>
              <a:t> </a:t>
            </a:r>
            <a:r>
              <a:rPr lang="en-US" altLang="en-US" sz="2600" dirty="0" err="1"/>
              <a:t>thức</a:t>
            </a:r>
            <a:r>
              <a:rPr lang="en-US" altLang="en-US" sz="2600" dirty="0"/>
              <a:t> </a:t>
            </a:r>
            <a:r>
              <a:rPr lang="en-US" altLang="en-US" sz="2600" dirty="0" err="1"/>
              <a:t>tăng</a:t>
            </a:r>
            <a:r>
              <a:rPr lang="en-US" altLang="en-US" sz="2600" dirty="0"/>
              <a:t> (bt3), </a:t>
            </a:r>
            <a:r>
              <a:rPr lang="en-US" altLang="en-US" sz="2600" dirty="0" err="1"/>
              <a:t>sau</a:t>
            </a:r>
            <a:r>
              <a:rPr lang="en-US" altLang="en-US" sz="2600" dirty="0"/>
              <a:t> </a:t>
            </a:r>
            <a:r>
              <a:rPr lang="en-US" altLang="en-US" sz="2600" dirty="0" err="1"/>
              <a:t>đó</a:t>
            </a:r>
            <a:r>
              <a:rPr lang="en-US" altLang="en-US" sz="2600" dirty="0"/>
              <a:t> quay </a:t>
            </a:r>
            <a:r>
              <a:rPr lang="en-US" altLang="en-US" sz="2600" dirty="0" err="1"/>
              <a:t>trở</a:t>
            </a:r>
            <a:r>
              <a:rPr lang="en-US" altLang="en-US" sz="2600" dirty="0"/>
              <a:t> </a:t>
            </a:r>
            <a:r>
              <a:rPr lang="en-US" altLang="en-US" sz="2600" dirty="0" err="1"/>
              <a:t>lại</a:t>
            </a:r>
            <a:r>
              <a:rPr lang="en-US" altLang="en-US" sz="2600" dirty="0"/>
              <a:t> </a:t>
            </a:r>
            <a:r>
              <a:rPr lang="en-US" altLang="en-US" sz="2600" dirty="0" err="1"/>
              <a:t>bước</a:t>
            </a:r>
            <a:r>
              <a:rPr lang="en-US" altLang="en-US" sz="2600" dirty="0"/>
              <a:t> 2. </a:t>
            </a:r>
          </a:p>
        </p:txBody>
      </p:sp>
      <p:pic>
        <p:nvPicPr>
          <p:cNvPr id="180228" name="Picture 4">
            <a:extLst>
              <a:ext uri="{FF2B5EF4-FFF2-40B4-BE49-F238E27FC236}">
                <a16:creationId xmlns:a16="http://schemas.microsoft.com/office/drawing/2014/main" id="{8DED5650-C206-881A-27C4-B43F098A73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5800" y="1730376"/>
            <a:ext cx="4416600" cy="4137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0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0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0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0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0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0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0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0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0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0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0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80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80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80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5" dur="2000"/>
                                        <p:tgtEl>
                                          <p:spTgt spid="180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70987-868B-8469-A307-FE548F6E7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890" y="227014"/>
            <a:ext cx="10972800" cy="1143000"/>
          </a:xfrm>
        </p:spPr>
        <p:txBody>
          <a:bodyPr/>
          <a:lstStyle/>
          <a:p>
            <a:pPr algn="l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3A36A-A138-35F7-A4B2-E08FF4200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5486400" cy="4525963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while</a:t>
            </a:r>
          </a:p>
          <a:p>
            <a:pPr eaLnBrk="1" hangingPunct="1">
              <a:lnSpc>
                <a:spcPct val="90000"/>
              </a:lnSpc>
              <a:buFontTx/>
              <a:buChar char="-"/>
            </a:pPr>
            <a:r>
              <a:rPr lang="en-US" altLang="en-US" sz="2800" dirty="0" err="1"/>
              <a:t>Cú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pháp</a:t>
            </a:r>
            <a:r>
              <a:rPr lang="en-US" altLang="en-US" sz="2800" dirty="0"/>
              <a:t>: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3200" dirty="0">
                <a:solidFill>
                  <a:srgbClr val="FF0000"/>
                </a:solidFill>
              </a:rPr>
              <a:t>      while  (</a:t>
            </a:r>
            <a:r>
              <a:rPr lang="en-US" altLang="en-US" sz="3200" dirty="0" err="1">
                <a:solidFill>
                  <a:srgbClr val="FF0000"/>
                </a:solidFill>
              </a:rPr>
              <a:t>biểu</a:t>
            </a:r>
            <a:r>
              <a:rPr lang="en-US" altLang="en-US" sz="3200" dirty="0">
                <a:solidFill>
                  <a:srgbClr val="FF0000"/>
                </a:solidFill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</a:rPr>
              <a:t>thức</a:t>
            </a:r>
            <a:r>
              <a:rPr lang="en-US" altLang="en-US" sz="3200" dirty="0">
                <a:solidFill>
                  <a:srgbClr val="FF0000"/>
                </a:solidFill>
              </a:rPr>
              <a:t>)  </a:t>
            </a:r>
            <a:r>
              <a:rPr lang="en-US" altLang="en-US" sz="3200" dirty="0" err="1">
                <a:solidFill>
                  <a:srgbClr val="FF0000"/>
                </a:solidFill>
              </a:rPr>
              <a:t>lệnh</a:t>
            </a:r>
            <a:r>
              <a:rPr lang="en-US" altLang="en-US" sz="3200" dirty="0">
                <a:solidFill>
                  <a:srgbClr val="FF0000"/>
                </a:solidFill>
              </a:rPr>
              <a:t>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 while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từ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khóa</a:t>
            </a:r>
            <a:endParaRPr lang="en-US" altLang="en-US" sz="2800" dirty="0"/>
          </a:p>
          <a:p>
            <a:pPr eaLnBrk="1" hangingPunct="1">
              <a:lnSpc>
                <a:spcPct val="90000"/>
              </a:lnSpc>
              <a:buFontTx/>
              <a:buChar char="-"/>
            </a:pPr>
            <a:r>
              <a:rPr lang="en-US" altLang="en-US" sz="2800" dirty="0" err="1"/>
              <a:t>Hoạt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động</a:t>
            </a:r>
            <a:r>
              <a:rPr lang="en-US" altLang="en-US" sz="2800" dirty="0"/>
              <a:t>:</a:t>
            </a:r>
          </a:p>
          <a:p>
            <a:pPr marL="0" marR="5080" lvl="0" indent="0" algn="just" fontAlgn="base">
              <a:lnSpc>
                <a:spcPct val="100000"/>
              </a:lnSpc>
              <a:spcAft>
                <a:spcPts val="795"/>
              </a:spcAft>
              <a:buClr>
                <a:srgbClr val="000000"/>
              </a:buClr>
              <a:buSzPts val="1100"/>
              <a:buNone/>
            </a:pPr>
            <a:r>
              <a:rPr lang="en-US" sz="2800" dirty="0"/>
              <a:t>+ </a:t>
            </a:r>
            <a:r>
              <a:rPr lang="en-US" sz="2800" dirty="0" err="1"/>
              <a:t>Bước</a:t>
            </a:r>
            <a:r>
              <a:rPr lang="en-US" sz="2800" dirty="0"/>
              <a:t> 1: </a:t>
            </a:r>
            <a:r>
              <a:rPr lang="en-US" sz="2800" dirty="0" err="1"/>
              <a:t>Tính</a:t>
            </a:r>
            <a:r>
              <a:rPr lang="en-US" sz="2800" dirty="0"/>
              <a:t> </a:t>
            </a:r>
            <a:r>
              <a:rPr lang="en-US" sz="2800" dirty="0" err="1"/>
              <a:t>giá</a:t>
            </a:r>
            <a:r>
              <a:rPr lang="en-US" sz="2800" dirty="0"/>
              <a:t> </a:t>
            </a:r>
            <a:r>
              <a:rPr lang="en-US" sz="2800" dirty="0" err="1"/>
              <a:t>trị</a:t>
            </a:r>
            <a:r>
              <a:rPr lang="en-US" sz="2800" dirty="0"/>
              <a:t> </a:t>
            </a:r>
            <a:r>
              <a:rPr lang="en-US" sz="2800" dirty="0" err="1"/>
              <a:t>của</a:t>
            </a:r>
            <a:r>
              <a:rPr lang="en-US" sz="2800" dirty="0"/>
              <a:t> </a:t>
            </a:r>
            <a:r>
              <a:rPr lang="en-US" sz="2800" dirty="0" err="1"/>
              <a:t>biểu</a:t>
            </a:r>
            <a:r>
              <a:rPr lang="en-US" sz="2800" dirty="0"/>
              <a:t> </a:t>
            </a:r>
            <a:r>
              <a:rPr lang="en-US" sz="2800" dirty="0" err="1"/>
              <a:t>thức</a:t>
            </a:r>
            <a:r>
              <a:rPr lang="en-US" sz="2800" dirty="0"/>
              <a:t> </a:t>
            </a:r>
            <a:r>
              <a:rPr lang="en-US" sz="2800" dirty="0" err="1"/>
              <a:t>kiểm</a:t>
            </a:r>
            <a:r>
              <a:rPr lang="en-US" sz="2800" dirty="0"/>
              <a:t> </a:t>
            </a:r>
            <a:r>
              <a:rPr lang="en-US" sz="2800" dirty="0" err="1"/>
              <a:t>tra</a:t>
            </a:r>
            <a:r>
              <a:rPr lang="en-US" sz="2800" dirty="0"/>
              <a:t>. </a:t>
            </a:r>
            <a:r>
              <a:rPr lang="en-US" sz="2800" dirty="0" err="1"/>
              <a:t>Nếu</a:t>
            </a:r>
            <a:r>
              <a:rPr lang="en-US" sz="2800" dirty="0"/>
              <a:t> </a:t>
            </a:r>
            <a:r>
              <a:rPr lang="en-US" sz="2800" dirty="0" err="1"/>
              <a:t>biểu</a:t>
            </a:r>
            <a:r>
              <a:rPr lang="en-US" sz="2800" dirty="0"/>
              <a:t> </a:t>
            </a:r>
            <a:r>
              <a:rPr lang="en-US" sz="2800" dirty="0" err="1"/>
              <a:t>thức</a:t>
            </a:r>
            <a:r>
              <a:rPr lang="en-US" sz="2800" dirty="0"/>
              <a:t> </a:t>
            </a:r>
            <a:r>
              <a:rPr lang="en-US" sz="2800" dirty="0" err="1"/>
              <a:t>đúng</a:t>
            </a:r>
            <a:r>
              <a:rPr lang="en-US" sz="2800" dirty="0"/>
              <a:t>, sang </a:t>
            </a:r>
            <a:r>
              <a:rPr lang="en-US" sz="2800" dirty="0" err="1"/>
              <a:t>bước</a:t>
            </a:r>
            <a:r>
              <a:rPr lang="en-US" sz="2800" dirty="0"/>
              <a:t> 2, </a:t>
            </a:r>
            <a:r>
              <a:rPr lang="en-US" sz="2800" dirty="0" err="1"/>
              <a:t>ngược</a:t>
            </a:r>
            <a:r>
              <a:rPr lang="en-US" sz="2800" dirty="0"/>
              <a:t> </a:t>
            </a:r>
            <a:r>
              <a:rPr lang="en-US" sz="2800" dirty="0" err="1"/>
              <a:t>lại</a:t>
            </a:r>
            <a:r>
              <a:rPr lang="en-US" sz="2800" dirty="0"/>
              <a:t> </a:t>
            </a:r>
            <a:r>
              <a:rPr lang="en-US" sz="2800" dirty="0" err="1"/>
              <a:t>thoát</a:t>
            </a:r>
            <a:r>
              <a:rPr lang="en-US" sz="2800" dirty="0"/>
              <a:t> </a:t>
            </a:r>
            <a:r>
              <a:rPr lang="en-US" sz="2800" dirty="0" err="1"/>
              <a:t>khỏi</a:t>
            </a:r>
            <a:r>
              <a:rPr lang="en-US" sz="2800" dirty="0"/>
              <a:t> </a:t>
            </a:r>
            <a:r>
              <a:rPr lang="en-US" sz="2800" dirty="0" err="1"/>
              <a:t>lệnh</a:t>
            </a:r>
            <a:r>
              <a:rPr lang="en-US" sz="2800" dirty="0"/>
              <a:t> while. </a:t>
            </a:r>
          </a:p>
          <a:p>
            <a:pPr marL="0" marR="5080" lvl="0" indent="0" algn="just" fontAlgn="base">
              <a:lnSpc>
                <a:spcPct val="100000"/>
              </a:lnSpc>
              <a:spcAft>
                <a:spcPts val="795"/>
              </a:spcAft>
              <a:buClr>
                <a:srgbClr val="000000"/>
              </a:buClr>
              <a:buSzPts val="1100"/>
              <a:buNone/>
            </a:pPr>
            <a:r>
              <a:rPr lang="en-US" sz="2800" dirty="0"/>
              <a:t>+ </a:t>
            </a:r>
            <a:r>
              <a:rPr lang="en-US" sz="2800" dirty="0" err="1"/>
              <a:t>Bước</a:t>
            </a:r>
            <a:r>
              <a:rPr lang="en-US" sz="2800" dirty="0"/>
              <a:t> 2: </a:t>
            </a:r>
            <a:r>
              <a:rPr lang="en-US" sz="2800" dirty="0" err="1"/>
              <a:t>Thực</a:t>
            </a:r>
            <a:r>
              <a:rPr lang="en-US" sz="2800" dirty="0"/>
              <a:t> </a:t>
            </a:r>
            <a:r>
              <a:rPr lang="en-US" sz="2800" dirty="0" err="1"/>
              <a:t>hiện</a:t>
            </a:r>
            <a:r>
              <a:rPr lang="en-US" sz="2800" dirty="0"/>
              <a:t> </a:t>
            </a:r>
            <a:r>
              <a:rPr lang="en-US" sz="2800" dirty="0" err="1"/>
              <a:t>khối</a:t>
            </a:r>
            <a:r>
              <a:rPr lang="en-US" sz="2800" dirty="0"/>
              <a:t> </a:t>
            </a:r>
            <a:r>
              <a:rPr lang="en-US" sz="2800" dirty="0" err="1"/>
              <a:t>lệnh</a:t>
            </a:r>
            <a:r>
              <a:rPr lang="en-US" sz="2800" dirty="0"/>
              <a:t>, </a:t>
            </a:r>
            <a:r>
              <a:rPr lang="en-US" sz="2800" dirty="0" err="1"/>
              <a:t>sau</a:t>
            </a:r>
            <a:r>
              <a:rPr lang="en-US" sz="2800" dirty="0"/>
              <a:t> </a:t>
            </a:r>
            <a:r>
              <a:rPr lang="en-US" sz="2800" dirty="0" err="1"/>
              <a:t>đó</a:t>
            </a:r>
            <a:r>
              <a:rPr lang="en-US" sz="2800" dirty="0"/>
              <a:t> quay </a:t>
            </a:r>
            <a:r>
              <a:rPr lang="en-US" sz="2800" dirty="0" err="1"/>
              <a:t>trở</a:t>
            </a:r>
            <a:r>
              <a:rPr lang="en-US" sz="2800" dirty="0"/>
              <a:t> </a:t>
            </a:r>
            <a:r>
              <a:rPr lang="en-US" sz="2800" dirty="0" err="1"/>
              <a:t>lại</a:t>
            </a:r>
            <a:r>
              <a:rPr lang="en-US" sz="2800" dirty="0"/>
              <a:t> </a:t>
            </a:r>
            <a:r>
              <a:rPr lang="en-US" sz="2800" dirty="0" err="1"/>
              <a:t>bước</a:t>
            </a:r>
            <a:r>
              <a:rPr lang="en-US" sz="2800" dirty="0"/>
              <a:t> 1. </a:t>
            </a:r>
          </a:p>
          <a:p>
            <a:pPr eaLnBrk="1" hangingPunct="1">
              <a:lnSpc>
                <a:spcPct val="90000"/>
              </a:lnSpc>
              <a:buFontTx/>
              <a:buChar char="-"/>
            </a:pPr>
            <a:endParaRPr lang="en-US" alt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D410C-7B6E-9AA0-8B00-057054887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73BD-8CE5-47C4-B8E5-573200B24DAB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458752-8608-8A08-BB50-49370C6D3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2385806"/>
            <a:ext cx="5479255" cy="3726503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16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70987-868B-8469-A307-FE548F6E7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890" y="227014"/>
            <a:ext cx="10972800" cy="1143000"/>
          </a:xfrm>
        </p:spPr>
        <p:txBody>
          <a:bodyPr/>
          <a:lstStyle/>
          <a:p>
            <a:pPr algn="l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3A36A-A138-35F7-A4B2-E08FF4200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70015"/>
            <a:ext cx="6096000" cy="4756150"/>
          </a:xfrm>
        </p:spPr>
        <p:txBody>
          <a:bodyPr>
            <a:normAutofit fontScale="92500"/>
          </a:bodyPr>
          <a:lstStyle/>
          <a:p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do while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3200" dirty="0"/>
              <a:t>- </a:t>
            </a:r>
            <a:r>
              <a:rPr lang="en-US" altLang="en-US" sz="3200" dirty="0" err="1"/>
              <a:t>Cú</a:t>
            </a:r>
            <a:r>
              <a:rPr lang="en-US" altLang="en-US" sz="3200" dirty="0"/>
              <a:t> </a:t>
            </a:r>
            <a:r>
              <a:rPr lang="en-US" altLang="en-US" sz="3200" dirty="0" err="1"/>
              <a:t>pháp</a:t>
            </a:r>
            <a:r>
              <a:rPr lang="en-US" altLang="en-US" sz="3200" dirty="0"/>
              <a:t>: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3200" dirty="0"/>
              <a:t>       </a:t>
            </a:r>
            <a:r>
              <a:rPr lang="en-US" altLang="en-US" sz="3600" dirty="0">
                <a:solidFill>
                  <a:srgbClr val="FF0000"/>
                </a:solidFill>
              </a:rPr>
              <a:t>do   </a:t>
            </a:r>
            <a:r>
              <a:rPr lang="en-US" altLang="en-US" sz="3600" dirty="0" err="1">
                <a:solidFill>
                  <a:srgbClr val="FF0000"/>
                </a:solidFill>
              </a:rPr>
              <a:t>lệnh</a:t>
            </a:r>
            <a:r>
              <a:rPr lang="en-US" altLang="en-US" sz="3600" dirty="0">
                <a:solidFill>
                  <a:srgbClr val="FF0000"/>
                </a:solidFill>
              </a:rPr>
              <a:t>; while (</a:t>
            </a:r>
            <a:r>
              <a:rPr lang="en-US" altLang="en-US" sz="3600" dirty="0" err="1">
                <a:solidFill>
                  <a:srgbClr val="FF0000"/>
                </a:solidFill>
              </a:rPr>
              <a:t>biểu</a:t>
            </a:r>
            <a:r>
              <a:rPr lang="en-US" altLang="en-US" sz="3600" dirty="0">
                <a:solidFill>
                  <a:srgbClr val="FF0000"/>
                </a:solidFill>
              </a:rPr>
              <a:t> </a:t>
            </a:r>
            <a:r>
              <a:rPr lang="en-US" altLang="en-US" sz="3600" dirty="0" err="1">
                <a:solidFill>
                  <a:srgbClr val="FF0000"/>
                </a:solidFill>
              </a:rPr>
              <a:t>thức</a:t>
            </a:r>
            <a:r>
              <a:rPr lang="en-US" altLang="en-US" sz="3600" dirty="0">
                <a:solidFill>
                  <a:srgbClr val="FF0000"/>
                </a:solidFill>
              </a:rPr>
              <a:t>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dirty="0" err="1"/>
              <a:t>trong</a:t>
            </a:r>
            <a:r>
              <a:rPr lang="en-US" altLang="en-US" dirty="0"/>
              <a:t> </a:t>
            </a:r>
            <a:r>
              <a:rPr lang="en-US" altLang="en-US" dirty="0" err="1"/>
              <a:t>đó</a:t>
            </a:r>
            <a:r>
              <a:rPr lang="en-US" altLang="en-US" dirty="0"/>
              <a:t>: do, while </a:t>
            </a:r>
            <a:r>
              <a:rPr lang="en-US" altLang="en-US" dirty="0" err="1"/>
              <a:t>là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từ</a:t>
            </a:r>
            <a:r>
              <a:rPr lang="en-US" altLang="en-US" dirty="0"/>
              <a:t> </a:t>
            </a:r>
            <a:r>
              <a:rPr lang="en-US" altLang="en-US" dirty="0" err="1"/>
              <a:t>khóa</a:t>
            </a:r>
            <a:endParaRPr lang="en-US" altLang="en-US" dirty="0"/>
          </a:p>
          <a:p>
            <a:pPr eaLnBrk="1" hangingPunct="1">
              <a:lnSpc>
                <a:spcPct val="80000"/>
              </a:lnSpc>
              <a:buFontTx/>
              <a:buChar char="-"/>
            </a:pPr>
            <a:r>
              <a:rPr lang="en-US" altLang="en-US" sz="3200" dirty="0" err="1"/>
              <a:t>Hoạt</a:t>
            </a:r>
            <a:r>
              <a:rPr lang="en-US" altLang="en-US" sz="3200" dirty="0"/>
              <a:t> </a:t>
            </a:r>
            <a:r>
              <a:rPr lang="en-US" altLang="en-US" sz="3200" dirty="0" err="1"/>
              <a:t>động</a:t>
            </a:r>
            <a:r>
              <a:rPr lang="en-US" altLang="en-US" sz="3200" dirty="0"/>
              <a:t>:</a:t>
            </a:r>
          </a:p>
          <a:p>
            <a:pPr marL="0" marR="5080" lvl="0" indent="0" algn="just" fontAlgn="base">
              <a:lnSpc>
                <a:spcPct val="100000"/>
              </a:lnSpc>
              <a:spcAft>
                <a:spcPts val="795"/>
              </a:spcAft>
              <a:buClr>
                <a:srgbClr val="000000"/>
              </a:buClr>
              <a:buSzPts val="1100"/>
              <a:buNone/>
            </a:pPr>
            <a:r>
              <a:rPr lang="en-US" dirty="0"/>
              <a:t>+ </a:t>
            </a:r>
            <a:r>
              <a:rPr lang="en-US" dirty="0" err="1"/>
              <a:t>Bước</a:t>
            </a:r>
            <a:r>
              <a:rPr lang="en-US" dirty="0"/>
              <a:t> 1: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khối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. </a:t>
            </a:r>
          </a:p>
          <a:p>
            <a:pPr marL="0" marR="5080" lvl="0" indent="0" algn="just" fontAlgn="base">
              <a:lnSpc>
                <a:spcPct val="100000"/>
              </a:lnSpc>
              <a:spcAft>
                <a:spcPts val="1375"/>
              </a:spcAft>
              <a:buClr>
                <a:srgbClr val="000000"/>
              </a:buClr>
              <a:buSzPts val="1100"/>
              <a:buNone/>
            </a:pPr>
            <a:r>
              <a:rPr lang="en-US" dirty="0"/>
              <a:t>+ </a:t>
            </a:r>
            <a:r>
              <a:rPr lang="en-US" dirty="0" err="1"/>
              <a:t>Bước</a:t>
            </a:r>
            <a:r>
              <a:rPr lang="en-US" dirty="0"/>
              <a:t> 2: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.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đúng</a:t>
            </a:r>
            <a:r>
              <a:rPr lang="en-US" dirty="0"/>
              <a:t>, quay </a:t>
            </a:r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1, </a:t>
            </a:r>
            <a:r>
              <a:rPr lang="en-US" dirty="0" err="1"/>
              <a:t>ngược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, </a:t>
            </a:r>
            <a:r>
              <a:rPr lang="en-US" dirty="0" err="1"/>
              <a:t>thoát</a:t>
            </a:r>
            <a:r>
              <a:rPr lang="en-US" dirty="0"/>
              <a:t> </a:t>
            </a:r>
            <a:r>
              <a:rPr lang="en-US" dirty="0" err="1"/>
              <a:t>khỏi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do – while.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D410C-7B6E-9AA0-8B00-057054887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73BD-8CE5-47C4-B8E5-573200B24DAB}" type="slidenum">
              <a:rPr lang="en-US" smtClean="0"/>
              <a:t>10</a:t>
            </a:fld>
            <a:endParaRPr lang="en-US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D2684FB2-F454-E3B9-5478-53BE096B84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2A2064-9736-47E1-F952-0D2DB9355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0236" y="2362200"/>
            <a:ext cx="4999153" cy="3459780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829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70987-868B-8469-A307-FE548F6E7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890" y="227014"/>
            <a:ext cx="10972800" cy="1143000"/>
          </a:xfrm>
        </p:spPr>
        <p:txBody>
          <a:bodyPr/>
          <a:lstStyle/>
          <a:p>
            <a:pPr algn="l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3A36A-A138-35F7-A4B2-E08FF4200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break</a:t>
            </a:r>
          </a:p>
          <a:p>
            <a:pPr marL="0" indent="0">
              <a:buNone/>
            </a:pPr>
            <a:r>
              <a:rPr lang="en-US" dirty="0"/>
              <a:t> - </a:t>
            </a:r>
            <a:r>
              <a:rPr lang="en-US" dirty="0" err="1"/>
              <a:t>Cú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break;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-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: Khi </a:t>
            </a:r>
            <a:r>
              <a:rPr lang="en-US" dirty="0" err="1"/>
              <a:t>gặp</a:t>
            </a:r>
            <a:r>
              <a:rPr lang="en-US" dirty="0"/>
              <a:t> break,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bỏ</a:t>
            </a:r>
            <a:r>
              <a:rPr lang="en-US" dirty="0"/>
              <a:t> qua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thân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lặp</a:t>
            </a:r>
            <a:r>
              <a:rPr lang="en-US" dirty="0"/>
              <a:t>, </a:t>
            </a:r>
            <a:r>
              <a:rPr lang="en-US" dirty="0" err="1"/>
              <a:t>dừng</a:t>
            </a:r>
            <a:r>
              <a:rPr lang="en-US" dirty="0"/>
              <a:t> </a:t>
            </a:r>
            <a:r>
              <a:rPr lang="en-US" dirty="0" err="1"/>
              <a:t>lặp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thoát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khỏi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lặp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i="1" u="sng" dirty="0" err="1"/>
              <a:t>Ghi</a:t>
            </a:r>
            <a:r>
              <a:rPr lang="en-US" b="1" i="1" u="sng" dirty="0"/>
              <a:t> </a:t>
            </a:r>
            <a:r>
              <a:rPr lang="en-US" b="1" i="1" u="sng" dirty="0" err="1"/>
              <a:t>chú</a:t>
            </a:r>
            <a:r>
              <a:rPr lang="en-US" b="1" i="1" u="sng" dirty="0"/>
              <a:t>:</a:t>
            </a:r>
            <a:r>
              <a:rPr lang="en-US" dirty="0"/>
              <a:t> </a:t>
            </a:r>
          </a:p>
          <a:p>
            <a:pPr marL="0" marR="5080" lvl="0" indent="0" algn="just" fontAlgn="base">
              <a:lnSpc>
                <a:spcPct val="100000"/>
              </a:lnSpc>
              <a:spcAft>
                <a:spcPts val="795"/>
              </a:spcAft>
              <a:buClr>
                <a:srgbClr val="000000"/>
              </a:buClr>
              <a:buSzPts val="1100"/>
              <a:buNone/>
            </a:pPr>
            <a:r>
              <a:rPr lang="en-US" dirty="0"/>
              <a:t>- </a:t>
            </a:r>
            <a:r>
              <a:rPr lang="en-US" spc="-150" dirty="0" err="1"/>
              <a:t>Lệnh</a:t>
            </a:r>
            <a:r>
              <a:rPr lang="en-US" spc="-150" dirty="0"/>
              <a:t> break </a:t>
            </a:r>
            <a:r>
              <a:rPr lang="en-US" spc="-150" dirty="0" err="1"/>
              <a:t>có</a:t>
            </a:r>
            <a:r>
              <a:rPr lang="en-US" spc="-150" dirty="0"/>
              <a:t> </a:t>
            </a:r>
            <a:r>
              <a:rPr lang="en-US" spc="-150" dirty="0" err="1"/>
              <a:t>thể</a:t>
            </a:r>
            <a:r>
              <a:rPr lang="en-US" spc="-150" dirty="0"/>
              <a:t> </a:t>
            </a:r>
            <a:r>
              <a:rPr lang="en-US" spc="-150" dirty="0" err="1"/>
              <a:t>được</a:t>
            </a:r>
            <a:r>
              <a:rPr lang="en-US" spc="-150" dirty="0"/>
              <a:t> </a:t>
            </a:r>
            <a:r>
              <a:rPr lang="en-US" spc="-150" dirty="0" err="1"/>
              <a:t>đặt</a:t>
            </a:r>
            <a:r>
              <a:rPr lang="en-US" spc="-150" dirty="0"/>
              <a:t> ở </a:t>
            </a:r>
            <a:r>
              <a:rPr lang="en-US" spc="-150" dirty="0" err="1"/>
              <a:t>bất</a:t>
            </a:r>
            <a:r>
              <a:rPr lang="en-US" spc="-150" dirty="0"/>
              <a:t> </a:t>
            </a:r>
            <a:r>
              <a:rPr lang="en-US" spc="-150" dirty="0" err="1"/>
              <a:t>cứ</a:t>
            </a:r>
            <a:r>
              <a:rPr lang="en-US" spc="-150" dirty="0"/>
              <a:t> </a:t>
            </a:r>
            <a:r>
              <a:rPr lang="en-US" spc="-150" dirty="0" err="1"/>
              <a:t>đâu</a:t>
            </a:r>
            <a:r>
              <a:rPr lang="en-US" spc="-150" dirty="0"/>
              <a:t> </a:t>
            </a:r>
            <a:r>
              <a:rPr lang="en-US" spc="-150" dirty="0" err="1"/>
              <a:t>trong</a:t>
            </a:r>
            <a:r>
              <a:rPr lang="en-US" spc="-150" dirty="0"/>
              <a:t> </a:t>
            </a:r>
            <a:r>
              <a:rPr lang="en-US" spc="-150" dirty="0" err="1"/>
              <a:t>thân</a:t>
            </a:r>
            <a:r>
              <a:rPr lang="en-US" spc="-150" dirty="0"/>
              <a:t> </a:t>
            </a:r>
            <a:r>
              <a:rPr lang="en-US" spc="-150" dirty="0" err="1"/>
              <a:t>của</a:t>
            </a:r>
            <a:r>
              <a:rPr lang="en-US" spc="-150" dirty="0"/>
              <a:t> </a:t>
            </a:r>
            <a:r>
              <a:rPr lang="en-US" spc="-150" dirty="0" err="1"/>
              <a:t>các</a:t>
            </a:r>
            <a:r>
              <a:rPr lang="en-US" spc="-150" dirty="0"/>
              <a:t> </a:t>
            </a:r>
            <a:r>
              <a:rPr lang="en-US" spc="-150" dirty="0" err="1"/>
              <a:t>lệnh</a:t>
            </a:r>
            <a:r>
              <a:rPr lang="en-US" spc="-150" dirty="0"/>
              <a:t> </a:t>
            </a:r>
            <a:r>
              <a:rPr lang="en-US" spc="-150" dirty="0" err="1"/>
              <a:t>lặp</a:t>
            </a:r>
            <a:r>
              <a:rPr lang="en-US" spc="-150" dirty="0"/>
              <a:t>. </a:t>
            </a:r>
          </a:p>
          <a:p>
            <a:pPr marL="0" indent="0" algn="just">
              <a:buNone/>
            </a:pPr>
            <a:r>
              <a:rPr lang="en-US" dirty="0"/>
              <a:t>- Khi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lặp</a:t>
            </a:r>
            <a:r>
              <a:rPr lang="en-US" dirty="0"/>
              <a:t> </a:t>
            </a:r>
            <a:r>
              <a:rPr lang="en-US" dirty="0" err="1"/>
              <a:t>lồng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, </a:t>
            </a:r>
            <a:r>
              <a:rPr lang="en-US" dirty="0" err="1"/>
              <a:t>lệnh</a:t>
            </a:r>
            <a:r>
              <a:rPr lang="en-US" dirty="0"/>
              <a:t> break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thoát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khỏi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lặp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chứa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D410C-7B6E-9AA0-8B00-057054887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73BD-8CE5-47C4-B8E5-573200B24DAB}" type="slidenum">
              <a:rPr lang="en-US" smtClean="0"/>
              <a:t>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749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70987-868B-8469-A307-FE548F6E7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890" y="227014"/>
            <a:ext cx="10972800" cy="1143000"/>
          </a:xfrm>
        </p:spPr>
        <p:txBody>
          <a:bodyPr/>
          <a:lstStyle/>
          <a:p>
            <a:pPr algn="l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3A36A-A138-35F7-A4B2-E08FF4200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continue</a:t>
            </a:r>
          </a:p>
          <a:p>
            <a:pPr>
              <a:buFontTx/>
              <a:buChar char="-"/>
            </a:pPr>
            <a:r>
              <a:rPr lang="en-US" dirty="0" err="1"/>
              <a:t>Cú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continue;</a:t>
            </a:r>
          </a:p>
          <a:p>
            <a:pPr algn="just">
              <a:buFontTx/>
              <a:buChar char="-"/>
            </a:pP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:  Khi </a:t>
            </a:r>
            <a:r>
              <a:rPr lang="en-US" dirty="0" err="1"/>
              <a:t>gặp</a:t>
            </a:r>
            <a:r>
              <a:rPr lang="en-US" dirty="0"/>
              <a:t> continue,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bỏ</a:t>
            </a:r>
            <a:r>
              <a:rPr lang="en-US" dirty="0"/>
              <a:t> qua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thân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lặp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quay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bắt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vòng</a:t>
            </a:r>
            <a:r>
              <a:rPr lang="en-US" dirty="0"/>
              <a:t> </a:t>
            </a:r>
            <a:r>
              <a:rPr lang="en-US" dirty="0" err="1"/>
              <a:t>lặp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(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while </a:t>
            </a:r>
            <a:r>
              <a:rPr lang="en-US" dirty="0" err="1"/>
              <a:t>và</a:t>
            </a:r>
            <a:r>
              <a:rPr lang="en-US" dirty="0"/>
              <a:t> do – while, </a:t>
            </a:r>
            <a:r>
              <a:rPr lang="en-US" dirty="0" err="1"/>
              <a:t>vòng</a:t>
            </a:r>
            <a:r>
              <a:rPr lang="en-US" dirty="0"/>
              <a:t> </a:t>
            </a:r>
            <a:r>
              <a:rPr lang="en-US" dirty="0" err="1"/>
              <a:t>lặp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bắt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tra,đối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for, </a:t>
            </a:r>
            <a:r>
              <a:rPr lang="en-US" dirty="0" err="1"/>
              <a:t>vòng</a:t>
            </a:r>
            <a:r>
              <a:rPr lang="en-US" dirty="0"/>
              <a:t> </a:t>
            </a:r>
            <a:r>
              <a:rPr lang="en-US" dirty="0" err="1"/>
              <a:t>lặp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bắt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)</a:t>
            </a:r>
          </a:p>
          <a:p>
            <a:pPr>
              <a:buFontTx/>
              <a:buChar char="-"/>
            </a:pP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chú</a:t>
            </a:r>
            <a:r>
              <a:rPr lang="en-US" dirty="0"/>
              <a:t>:</a:t>
            </a:r>
          </a:p>
          <a:p>
            <a:pPr marL="0" marR="5080" lvl="0" indent="0" algn="just" fontAlgn="base">
              <a:spcAft>
                <a:spcPts val="795"/>
              </a:spcAft>
              <a:buClr>
                <a:srgbClr val="000000"/>
              </a:buClr>
              <a:buSzPts val="1100"/>
              <a:buNone/>
            </a:pPr>
            <a:r>
              <a:rPr lang="en-US" sz="1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dirty="0"/>
              <a:t>+ </a:t>
            </a:r>
            <a:r>
              <a:rPr lang="en-US" sz="2800" dirty="0" err="1"/>
              <a:t>Lệnh</a:t>
            </a:r>
            <a:r>
              <a:rPr lang="en-US" sz="2800" dirty="0"/>
              <a:t> continue </a:t>
            </a:r>
            <a:r>
              <a:rPr lang="en-US" sz="2800" dirty="0" err="1"/>
              <a:t>chỉ</a:t>
            </a:r>
            <a:r>
              <a:rPr lang="en-US" sz="2800" dirty="0"/>
              <a:t> </a:t>
            </a:r>
            <a:r>
              <a:rPr lang="en-US" sz="2800" dirty="0" err="1"/>
              <a:t>sử</a:t>
            </a:r>
            <a:r>
              <a:rPr lang="en-US" sz="2800" dirty="0"/>
              <a:t> </a:t>
            </a:r>
            <a:r>
              <a:rPr lang="en-US" sz="2800" dirty="0" err="1"/>
              <a:t>dụng</a:t>
            </a:r>
            <a:r>
              <a:rPr lang="en-US" sz="2800" dirty="0"/>
              <a:t> </a:t>
            </a:r>
            <a:r>
              <a:rPr lang="en-US" sz="2800" dirty="0" err="1"/>
              <a:t>trong</a:t>
            </a:r>
            <a:r>
              <a:rPr lang="en-US" sz="2800" dirty="0"/>
              <a:t> </a:t>
            </a: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lệnh</a:t>
            </a:r>
            <a:r>
              <a:rPr lang="en-US" sz="2800" dirty="0"/>
              <a:t> </a:t>
            </a:r>
            <a:r>
              <a:rPr lang="en-US" sz="2800" dirty="0" err="1"/>
              <a:t>lặp</a:t>
            </a:r>
            <a:r>
              <a:rPr lang="en-US" sz="2800" dirty="0"/>
              <a:t>. </a:t>
            </a:r>
          </a:p>
          <a:p>
            <a:pPr marL="0" marR="5080" lvl="0" indent="0" algn="just" fontAlgn="base">
              <a:spcAft>
                <a:spcPts val="795"/>
              </a:spcAft>
              <a:buClr>
                <a:srgbClr val="000000"/>
              </a:buClr>
              <a:buSzPts val="1100"/>
              <a:buNone/>
            </a:pPr>
            <a:r>
              <a:rPr lang="en-US" sz="2800" dirty="0"/>
              <a:t>	+ </a:t>
            </a:r>
            <a:r>
              <a:rPr lang="en-US" sz="2800" dirty="0" err="1"/>
              <a:t>Lệnh</a:t>
            </a:r>
            <a:r>
              <a:rPr lang="en-US" sz="2800" dirty="0"/>
              <a:t> continue </a:t>
            </a:r>
            <a:r>
              <a:rPr lang="en-US" sz="2800" dirty="0" err="1"/>
              <a:t>có</a:t>
            </a:r>
            <a:r>
              <a:rPr lang="en-US" sz="2800" dirty="0"/>
              <a:t> </a:t>
            </a:r>
            <a:r>
              <a:rPr lang="en-US" sz="2800" dirty="0" err="1"/>
              <a:t>thể</a:t>
            </a:r>
            <a:r>
              <a:rPr lang="en-US" sz="2800" dirty="0"/>
              <a:t> </a:t>
            </a:r>
            <a:r>
              <a:rPr lang="en-US" sz="2800" dirty="0" err="1"/>
              <a:t>đặt</a:t>
            </a:r>
            <a:r>
              <a:rPr lang="en-US" sz="2800" dirty="0"/>
              <a:t> </a:t>
            </a:r>
            <a:r>
              <a:rPr lang="en-US" sz="2800" dirty="0" err="1"/>
              <a:t>bất</a:t>
            </a:r>
            <a:r>
              <a:rPr lang="en-US" sz="2800" dirty="0"/>
              <a:t> </a:t>
            </a:r>
            <a:r>
              <a:rPr lang="en-US" sz="2800" dirty="0" err="1"/>
              <a:t>cứ</a:t>
            </a:r>
            <a:r>
              <a:rPr lang="en-US" sz="2800" dirty="0"/>
              <a:t> </a:t>
            </a:r>
            <a:r>
              <a:rPr lang="en-US" sz="2800" dirty="0" err="1"/>
              <a:t>đâu</a:t>
            </a:r>
            <a:r>
              <a:rPr lang="en-US" sz="2800" dirty="0"/>
              <a:t> </a:t>
            </a:r>
            <a:r>
              <a:rPr lang="en-US" sz="2800" dirty="0" err="1"/>
              <a:t>trong</a:t>
            </a:r>
            <a:r>
              <a:rPr lang="en-US" sz="2800" dirty="0"/>
              <a:t> </a:t>
            </a:r>
            <a:r>
              <a:rPr lang="en-US" sz="2800" dirty="0" err="1"/>
              <a:t>phần</a:t>
            </a:r>
            <a:r>
              <a:rPr lang="en-US" sz="2800" dirty="0"/>
              <a:t> </a:t>
            </a:r>
            <a:r>
              <a:rPr lang="en-US" sz="2800" dirty="0" err="1"/>
              <a:t>thân</a:t>
            </a:r>
            <a:r>
              <a:rPr lang="en-US" sz="2800" dirty="0"/>
              <a:t> </a:t>
            </a:r>
            <a:r>
              <a:rPr lang="en-US" sz="2800" dirty="0" err="1"/>
              <a:t>của</a:t>
            </a:r>
            <a:r>
              <a:rPr lang="en-US" sz="2800" dirty="0"/>
              <a:t> </a:t>
            </a:r>
            <a:r>
              <a:rPr lang="en-US" sz="2800" dirty="0" err="1"/>
              <a:t>lệnh</a:t>
            </a:r>
            <a:r>
              <a:rPr lang="en-US" sz="2800" dirty="0"/>
              <a:t> </a:t>
            </a:r>
            <a:r>
              <a:rPr lang="en-US" sz="2800" dirty="0" err="1"/>
              <a:t>lặp</a:t>
            </a:r>
            <a:r>
              <a:rPr lang="en-US" sz="2800" dirty="0"/>
              <a:t>. </a:t>
            </a:r>
          </a:p>
          <a:p>
            <a:pPr marL="0" indent="0" algn="just">
              <a:buNone/>
            </a:pPr>
            <a:r>
              <a:rPr lang="en-US" sz="2800" dirty="0"/>
              <a:t>	+ Khi </a:t>
            </a:r>
            <a:r>
              <a:rPr lang="en-US" sz="2800" dirty="0" err="1"/>
              <a:t>có</a:t>
            </a:r>
            <a:r>
              <a:rPr lang="en-US" sz="2800" dirty="0"/>
              <a:t> </a:t>
            </a:r>
            <a:r>
              <a:rPr lang="en-US" sz="2800" dirty="0" err="1"/>
              <a:t>nhiều</a:t>
            </a:r>
            <a:r>
              <a:rPr lang="en-US" sz="2800" dirty="0"/>
              <a:t> </a:t>
            </a:r>
            <a:r>
              <a:rPr lang="en-US" sz="2800" dirty="0" err="1"/>
              <a:t>lệnh</a:t>
            </a:r>
            <a:r>
              <a:rPr lang="en-US" sz="2800" dirty="0"/>
              <a:t> </a:t>
            </a:r>
            <a:r>
              <a:rPr lang="en-US" sz="2800" dirty="0" err="1"/>
              <a:t>lặp</a:t>
            </a:r>
            <a:r>
              <a:rPr lang="en-US" sz="2800" dirty="0"/>
              <a:t> </a:t>
            </a:r>
            <a:r>
              <a:rPr lang="en-US" sz="2800" dirty="0" err="1"/>
              <a:t>lồng</a:t>
            </a:r>
            <a:r>
              <a:rPr lang="en-US" sz="2800" dirty="0"/>
              <a:t> </a:t>
            </a:r>
            <a:r>
              <a:rPr lang="en-US" sz="2800" dirty="0" err="1"/>
              <a:t>nhau</a:t>
            </a:r>
            <a:r>
              <a:rPr lang="en-US" sz="2800" dirty="0"/>
              <a:t>, </a:t>
            </a:r>
            <a:r>
              <a:rPr lang="en-US" sz="2800" dirty="0" err="1"/>
              <a:t>lệnh</a:t>
            </a:r>
            <a:r>
              <a:rPr lang="en-US" sz="2800" dirty="0"/>
              <a:t> continue </a:t>
            </a:r>
            <a:r>
              <a:rPr lang="en-US" sz="2800" dirty="0" err="1"/>
              <a:t>chỉ</a:t>
            </a:r>
            <a:r>
              <a:rPr lang="en-US" sz="2800" dirty="0"/>
              <a:t> </a:t>
            </a:r>
            <a:r>
              <a:rPr lang="en-US" sz="2800" dirty="0" err="1"/>
              <a:t>có</a:t>
            </a:r>
            <a:r>
              <a:rPr lang="en-US" sz="2800" dirty="0"/>
              <a:t> </a:t>
            </a:r>
            <a:r>
              <a:rPr lang="en-US" sz="2800" dirty="0" err="1"/>
              <a:t>tác</a:t>
            </a:r>
            <a:r>
              <a:rPr lang="en-US" sz="2800" dirty="0"/>
              <a:t> </a:t>
            </a:r>
            <a:r>
              <a:rPr lang="en-US" sz="2800" dirty="0" err="1"/>
              <a:t>dụng</a:t>
            </a:r>
            <a:r>
              <a:rPr lang="en-US" sz="2800" dirty="0"/>
              <a:t> </a:t>
            </a:r>
            <a:r>
              <a:rPr lang="en-US" sz="2800" dirty="0" err="1"/>
              <a:t>đối</a:t>
            </a:r>
            <a:r>
              <a:rPr lang="en-US" sz="2800" dirty="0"/>
              <a:t> </a:t>
            </a:r>
            <a:r>
              <a:rPr lang="en-US" sz="2800" dirty="0" err="1"/>
              <a:t>với</a:t>
            </a:r>
            <a:r>
              <a:rPr lang="en-US" sz="2800" dirty="0"/>
              <a:t> </a:t>
            </a:r>
            <a:r>
              <a:rPr lang="en-US" sz="2800" dirty="0" err="1"/>
              <a:t>lệnh</a:t>
            </a:r>
            <a:r>
              <a:rPr lang="en-US" sz="2800" dirty="0"/>
              <a:t> </a:t>
            </a:r>
            <a:r>
              <a:rPr lang="en-US" sz="2800" dirty="0" err="1"/>
              <a:t>lặp</a:t>
            </a:r>
            <a:r>
              <a:rPr lang="en-US" sz="2800" dirty="0"/>
              <a:t> </a:t>
            </a:r>
            <a:r>
              <a:rPr lang="en-US" sz="2800" dirty="0" err="1"/>
              <a:t>trong</a:t>
            </a:r>
            <a:r>
              <a:rPr lang="en-US" sz="2800" dirty="0"/>
              <a:t> </a:t>
            </a:r>
            <a:r>
              <a:rPr lang="en-US" sz="2800" dirty="0" err="1"/>
              <a:t>cùng</a:t>
            </a: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D410C-7B6E-9AA0-8B00-057054887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73BD-8CE5-47C4-B8E5-573200B24DAB}" type="slidenum">
              <a:rPr lang="en-US" smtClean="0"/>
              <a:t>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9760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6F6F8"/>
              </a:clrFrom>
              <a:clrTo>
                <a:srgbClr val="F6F6F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13" r="19167" b="79626"/>
          <a:stretch/>
        </p:blipFill>
        <p:spPr>
          <a:xfrm>
            <a:off x="0" y="0"/>
            <a:ext cx="7391400" cy="10408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05200" y="2971800"/>
            <a:ext cx="533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i="1" dirty="0" err="1">
                <a:solidFill>
                  <a:schemeClr val="tx2"/>
                </a:solidFill>
              </a:rPr>
              <a:t>Trân</a:t>
            </a:r>
            <a:r>
              <a:rPr lang="en-US" sz="4800" b="1" i="1" dirty="0">
                <a:solidFill>
                  <a:schemeClr val="tx2"/>
                </a:solidFill>
              </a:rPr>
              <a:t> </a:t>
            </a:r>
            <a:r>
              <a:rPr lang="en-US" sz="4800" b="1" i="1" dirty="0" err="1">
                <a:solidFill>
                  <a:schemeClr val="tx2"/>
                </a:solidFill>
              </a:rPr>
              <a:t>trọng</a:t>
            </a:r>
            <a:r>
              <a:rPr lang="en-US" sz="4800" b="1" i="1" dirty="0">
                <a:solidFill>
                  <a:schemeClr val="tx2"/>
                </a:solidFill>
              </a:rPr>
              <a:t> </a:t>
            </a:r>
            <a:r>
              <a:rPr lang="en-US" sz="4800" b="1" i="1" dirty="0" err="1">
                <a:solidFill>
                  <a:schemeClr val="tx2"/>
                </a:solidFill>
              </a:rPr>
              <a:t>cảm</a:t>
            </a:r>
            <a:r>
              <a:rPr lang="en-US" sz="4800" b="1" i="1" dirty="0">
                <a:solidFill>
                  <a:schemeClr val="tx2"/>
                </a:solidFill>
              </a:rPr>
              <a:t> </a:t>
            </a:r>
            <a:r>
              <a:rPr lang="en-US" sz="4800" b="1" i="1" dirty="0" err="1">
                <a:solidFill>
                  <a:schemeClr val="tx2"/>
                </a:solidFill>
              </a:rPr>
              <a:t>ơn</a:t>
            </a:r>
            <a:r>
              <a:rPr lang="en-US" sz="4800" b="1" i="1" dirty="0">
                <a:solidFill>
                  <a:schemeClr val="tx2"/>
                </a:solidFill>
              </a:rPr>
              <a:t>!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F0869D2F-8336-D9B7-AD79-47291889B3F8}"/>
              </a:ext>
            </a:extLst>
          </p:cNvPr>
          <p:cNvSpPr txBox="1">
            <a:spLocks/>
          </p:cNvSpPr>
          <p:nvPr/>
        </p:nvSpPr>
        <p:spPr>
          <a:xfrm>
            <a:off x="4822723" y="632460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3A973BD-8CE5-47C4-B8E5-573200B24DAB}" type="slidenum">
              <a:rPr lang="en-US" smtClean="0"/>
              <a:pPr algn="ctr"/>
              <a:t>13</a:t>
            </a:fld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73BD-8CE5-47C4-B8E5-573200B24DA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132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998</Words>
  <Application>Microsoft Office PowerPoint</Application>
  <PresentationFormat>Widescreen</PresentationFormat>
  <Paragraphs>135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Các câu lệnh điều khiển</vt:lpstr>
      <vt:lpstr>Các câu lệnh điều khiển</vt:lpstr>
      <vt:lpstr>Các câu lệnh điều khiển</vt:lpstr>
      <vt:lpstr>Các câu lệnh điều khiển</vt:lpstr>
      <vt:lpstr>Các câu lệnh điều khiển</vt:lpstr>
      <vt:lpstr>Các câu lệnh điều khiển</vt:lpstr>
      <vt:lpstr>Các câu lệnh điều khiển</vt:lpstr>
      <vt:lpstr>Các câu lệnh điều khiển</vt:lpstr>
      <vt:lpstr>Các câu lệnh điều khiển</vt:lpstr>
      <vt:lpstr>Các câu lệnh điều khiển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TT DTTT</dc:creator>
  <cp:lastModifiedBy>CaoThiLuyen</cp:lastModifiedBy>
  <cp:revision>42</cp:revision>
  <dcterms:created xsi:type="dcterms:W3CDTF">2017-10-17T01:43:35Z</dcterms:created>
  <dcterms:modified xsi:type="dcterms:W3CDTF">2025-09-21T09:13:38Z</dcterms:modified>
</cp:coreProperties>
</file>